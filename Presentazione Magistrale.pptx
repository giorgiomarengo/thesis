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2" r:id="rId3"/>
  </p:sldMasterIdLst>
  <p:notesMasterIdLst>
    <p:notesMasterId r:id="rId23"/>
  </p:notesMasterIdLst>
  <p:sldIdLst>
    <p:sldId id="346" r:id="rId4"/>
    <p:sldId id="347" r:id="rId5"/>
    <p:sldId id="348" r:id="rId6"/>
    <p:sldId id="350" r:id="rId7"/>
    <p:sldId id="349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4" r:id="rId18"/>
    <p:sldId id="360" r:id="rId19"/>
    <p:sldId id="361" r:id="rId20"/>
    <p:sldId id="363" r:id="rId21"/>
    <p:sldId id="3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7CE449-53B1-4A54-B351-AEC57D78B2E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7F9138-872F-43E8-99C3-3C41B6FE71AC}">
      <dgm:prSet custT="1"/>
      <dgm:spPr/>
      <dgm:t>
        <a:bodyPr/>
        <a:lstStyle/>
        <a:p>
          <a:r>
            <a:rPr lang="it-IT" sz="2000" dirty="0"/>
            <a:t>Ispezioni visive con frequenza fissa</a:t>
          </a:r>
          <a:endParaRPr lang="en-US" sz="2000" dirty="0"/>
        </a:p>
      </dgm:t>
    </dgm:pt>
    <dgm:pt modelId="{386E7F56-F00C-4250-B5C8-B6D49EFFA22D}" type="parTrans" cxnId="{E18CC467-A026-4CD2-BEB0-E966DB14D075}">
      <dgm:prSet/>
      <dgm:spPr/>
      <dgm:t>
        <a:bodyPr/>
        <a:lstStyle/>
        <a:p>
          <a:endParaRPr lang="en-US"/>
        </a:p>
      </dgm:t>
    </dgm:pt>
    <dgm:pt modelId="{9D3FF6A1-2D3A-4798-A99C-9F07523F561B}" type="sibTrans" cxnId="{E18CC467-A026-4CD2-BEB0-E966DB14D075}">
      <dgm:prSet/>
      <dgm:spPr/>
      <dgm:t>
        <a:bodyPr/>
        <a:lstStyle/>
        <a:p>
          <a:endParaRPr lang="en-US"/>
        </a:p>
      </dgm:t>
    </dgm:pt>
    <dgm:pt modelId="{357EF693-2360-4BB5-8BEB-DE1BB8CB6C6D}">
      <dgm:prSet custT="1"/>
      <dgm:spPr/>
      <dgm:t>
        <a:bodyPr/>
        <a:lstStyle/>
        <a:p>
          <a:r>
            <a:rPr lang="it-IT" sz="2000" dirty="0"/>
            <a:t>Utilizzando strumentazione specializzata come UBIT, video camere, e droni</a:t>
          </a:r>
          <a:endParaRPr lang="en-US" sz="2000" dirty="0"/>
        </a:p>
      </dgm:t>
    </dgm:pt>
    <dgm:pt modelId="{1C6C0BA9-ED32-4101-B02C-A738CDA0AE76}" type="parTrans" cxnId="{1A657AC9-AB40-4FCD-9E23-FDFC06434B1C}">
      <dgm:prSet/>
      <dgm:spPr/>
      <dgm:t>
        <a:bodyPr/>
        <a:lstStyle/>
        <a:p>
          <a:endParaRPr lang="en-US"/>
        </a:p>
      </dgm:t>
    </dgm:pt>
    <dgm:pt modelId="{501E7EEE-8E55-434A-97D5-7F8A79931771}" type="sibTrans" cxnId="{1A657AC9-AB40-4FCD-9E23-FDFC06434B1C}">
      <dgm:prSet/>
      <dgm:spPr/>
      <dgm:t>
        <a:bodyPr/>
        <a:lstStyle/>
        <a:p>
          <a:endParaRPr lang="en-US"/>
        </a:p>
      </dgm:t>
    </dgm:pt>
    <dgm:pt modelId="{088685E8-1E85-4A31-AB05-17AD81FF6E1E}">
      <dgm:prSet custT="1"/>
      <dgm:spPr/>
      <dgm:t>
        <a:bodyPr/>
        <a:lstStyle/>
        <a:p>
          <a:r>
            <a:rPr lang="it-IT" sz="2000" dirty="0"/>
            <a:t>Svantaggi:</a:t>
          </a:r>
          <a:endParaRPr lang="en-US" sz="2000" dirty="0"/>
        </a:p>
      </dgm:t>
    </dgm:pt>
    <dgm:pt modelId="{D729BFB0-28DF-4EFA-ADA8-D7896C9BDBA3}" type="parTrans" cxnId="{9314732B-44A4-417A-8B67-2D56194A6C3B}">
      <dgm:prSet/>
      <dgm:spPr/>
      <dgm:t>
        <a:bodyPr/>
        <a:lstStyle/>
        <a:p>
          <a:endParaRPr lang="en-US"/>
        </a:p>
      </dgm:t>
    </dgm:pt>
    <dgm:pt modelId="{9EE3F971-9767-4EF7-B8A9-5DEF82ED7481}" type="sibTrans" cxnId="{9314732B-44A4-417A-8B67-2D56194A6C3B}">
      <dgm:prSet/>
      <dgm:spPr/>
      <dgm:t>
        <a:bodyPr/>
        <a:lstStyle/>
        <a:p>
          <a:endParaRPr lang="en-US"/>
        </a:p>
      </dgm:t>
    </dgm:pt>
    <dgm:pt modelId="{9AC35431-B760-474B-A381-3DE64BB248C3}">
      <dgm:prSet/>
      <dgm:spPr/>
      <dgm:t>
        <a:bodyPr/>
        <a:lstStyle/>
        <a:p>
          <a:endParaRPr lang="en-US" sz="2900" dirty="0"/>
        </a:p>
      </dgm:t>
    </dgm:pt>
    <dgm:pt modelId="{DB6239D4-963A-4D41-BD01-77B86542699C}" type="parTrans" cxnId="{90F50268-67CA-4F49-A46A-DDD5AAFDE167}">
      <dgm:prSet/>
      <dgm:spPr/>
      <dgm:t>
        <a:bodyPr/>
        <a:lstStyle/>
        <a:p>
          <a:endParaRPr lang="en-US"/>
        </a:p>
      </dgm:t>
    </dgm:pt>
    <dgm:pt modelId="{78E2C7A9-8C0D-47D8-8C60-C2511094C75B}" type="sibTrans" cxnId="{90F50268-67CA-4F49-A46A-DDD5AAFDE167}">
      <dgm:prSet/>
      <dgm:spPr/>
      <dgm:t>
        <a:bodyPr/>
        <a:lstStyle/>
        <a:p>
          <a:endParaRPr lang="en-US"/>
        </a:p>
      </dgm:t>
    </dgm:pt>
    <dgm:pt modelId="{B88901FE-FE83-4F37-B58A-D58BFDE7CEE8}">
      <dgm:prSet custT="1"/>
      <dgm:spPr/>
      <dgm:t>
        <a:bodyPr/>
        <a:lstStyle/>
        <a:p>
          <a:r>
            <a:rPr lang="it-IT" sz="2000" dirty="0"/>
            <a:t>Costo elevato </a:t>
          </a:r>
          <a:endParaRPr lang="en-US" sz="2000" dirty="0"/>
        </a:p>
      </dgm:t>
    </dgm:pt>
    <dgm:pt modelId="{1A80EF4A-EF7D-4686-996E-9947FC8026DF}" type="parTrans" cxnId="{96E8BEA2-83F7-451A-BC11-127AF14FD8E2}">
      <dgm:prSet/>
      <dgm:spPr/>
      <dgm:t>
        <a:bodyPr/>
        <a:lstStyle/>
        <a:p>
          <a:endParaRPr lang="en-US"/>
        </a:p>
      </dgm:t>
    </dgm:pt>
    <dgm:pt modelId="{0ED0C05F-4E7E-4D38-A0C2-C9374E141F9E}" type="sibTrans" cxnId="{96E8BEA2-83F7-451A-BC11-127AF14FD8E2}">
      <dgm:prSet/>
      <dgm:spPr/>
      <dgm:t>
        <a:bodyPr/>
        <a:lstStyle/>
        <a:p>
          <a:endParaRPr lang="en-US"/>
        </a:p>
      </dgm:t>
    </dgm:pt>
    <dgm:pt modelId="{9AC7F88D-5429-4DFF-9897-DF3A1AE6FB62}">
      <dgm:prSet custT="1"/>
      <dgm:spPr/>
      <dgm:t>
        <a:bodyPr/>
        <a:lstStyle/>
        <a:p>
          <a:r>
            <a:rPr lang="it-IT" sz="2000" dirty="0"/>
            <a:t>Soggettività dell’ispettore</a:t>
          </a:r>
          <a:endParaRPr lang="en-US" sz="2000" dirty="0"/>
        </a:p>
      </dgm:t>
    </dgm:pt>
    <dgm:pt modelId="{6FC5AC1C-79AB-4D1C-834F-F5DEFA8A0DB6}" type="parTrans" cxnId="{C5A85750-CF59-43F2-AB71-1B614D7BFEE0}">
      <dgm:prSet/>
      <dgm:spPr/>
      <dgm:t>
        <a:bodyPr/>
        <a:lstStyle/>
        <a:p>
          <a:endParaRPr lang="en-US"/>
        </a:p>
      </dgm:t>
    </dgm:pt>
    <dgm:pt modelId="{CC2CA879-1740-4D90-AFBD-4AE7A4DBAD7B}" type="sibTrans" cxnId="{C5A85750-CF59-43F2-AB71-1B614D7BFEE0}">
      <dgm:prSet/>
      <dgm:spPr/>
      <dgm:t>
        <a:bodyPr/>
        <a:lstStyle/>
        <a:p>
          <a:endParaRPr lang="en-US"/>
        </a:p>
      </dgm:t>
    </dgm:pt>
    <dgm:pt modelId="{47198309-C348-43CD-A679-3DFF55B4FD6D}">
      <dgm:prSet custT="1"/>
      <dgm:spPr/>
      <dgm:t>
        <a:bodyPr/>
        <a:lstStyle/>
        <a:p>
          <a:r>
            <a:rPr lang="it-IT" sz="2000" dirty="0"/>
            <a:t>Approccio reattivo</a:t>
          </a:r>
          <a:br>
            <a:rPr lang="it-IT" sz="2900" dirty="0"/>
          </a:br>
          <a:endParaRPr lang="en-US" sz="2900" dirty="0"/>
        </a:p>
      </dgm:t>
    </dgm:pt>
    <dgm:pt modelId="{AEC5E5E2-5B92-489D-9987-A9C52FD1D4B3}" type="parTrans" cxnId="{73A6D0CA-6E13-4D92-9929-E6AAF0CE090B}">
      <dgm:prSet/>
      <dgm:spPr/>
      <dgm:t>
        <a:bodyPr/>
        <a:lstStyle/>
        <a:p>
          <a:endParaRPr lang="en-US"/>
        </a:p>
      </dgm:t>
    </dgm:pt>
    <dgm:pt modelId="{91507A84-0791-492B-89E1-CF8888E7FAF9}" type="sibTrans" cxnId="{73A6D0CA-6E13-4D92-9929-E6AAF0CE090B}">
      <dgm:prSet/>
      <dgm:spPr/>
      <dgm:t>
        <a:bodyPr/>
        <a:lstStyle/>
        <a:p>
          <a:endParaRPr lang="en-US"/>
        </a:p>
      </dgm:t>
    </dgm:pt>
    <dgm:pt modelId="{A84B4505-E008-48AF-85D6-F4387D7B1175}">
      <dgm:prSet custT="1"/>
      <dgm:spPr/>
      <dgm:t>
        <a:bodyPr/>
        <a:lstStyle/>
        <a:p>
          <a:r>
            <a:rPr lang="it-IT" sz="2000" dirty="0"/>
            <a:t>Accessibilità limitata</a:t>
          </a:r>
          <a:endParaRPr lang="en-US" sz="2000" dirty="0"/>
        </a:p>
      </dgm:t>
    </dgm:pt>
    <dgm:pt modelId="{543BB715-B488-4A15-92D2-53227F4492DA}" type="parTrans" cxnId="{965C7C9E-6A57-4FCE-9F3F-1884A3B4ACCF}">
      <dgm:prSet/>
      <dgm:spPr/>
      <dgm:t>
        <a:bodyPr/>
        <a:lstStyle/>
        <a:p>
          <a:endParaRPr lang="en-US"/>
        </a:p>
      </dgm:t>
    </dgm:pt>
    <dgm:pt modelId="{2F482AB4-5E16-4E7A-8437-77190E61FE9B}" type="sibTrans" cxnId="{965C7C9E-6A57-4FCE-9F3F-1884A3B4ACCF}">
      <dgm:prSet/>
      <dgm:spPr/>
      <dgm:t>
        <a:bodyPr/>
        <a:lstStyle/>
        <a:p>
          <a:endParaRPr lang="en-US"/>
        </a:p>
      </dgm:t>
    </dgm:pt>
    <dgm:pt modelId="{8E532270-EB6A-49B0-831F-B6BB4E48B7E6}" type="pres">
      <dgm:prSet presAssocID="{4B7CE449-53B1-4A54-B351-AEC57D78B2E2}" presName="linear" presStyleCnt="0">
        <dgm:presLayoutVars>
          <dgm:animLvl val="lvl"/>
          <dgm:resizeHandles val="exact"/>
        </dgm:presLayoutVars>
      </dgm:prSet>
      <dgm:spPr/>
    </dgm:pt>
    <dgm:pt modelId="{43483EAB-D72B-4744-B423-BD564EF29D59}" type="pres">
      <dgm:prSet presAssocID="{407F9138-872F-43E8-99C3-3C41B6FE71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27138E0-48BE-4219-B9AB-08ACFA1DF753}" type="pres">
      <dgm:prSet presAssocID="{9D3FF6A1-2D3A-4798-A99C-9F07523F561B}" presName="spacer" presStyleCnt="0"/>
      <dgm:spPr/>
    </dgm:pt>
    <dgm:pt modelId="{496E882F-8683-4661-8992-199B25F0A1F2}" type="pres">
      <dgm:prSet presAssocID="{357EF693-2360-4BB5-8BEB-DE1BB8CB6C6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800C37A-B77D-4DBC-BD46-5CF69B5447CD}" type="pres">
      <dgm:prSet presAssocID="{501E7EEE-8E55-434A-97D5-7F8A79931771}" presName="spacer" presStyleCnt="0"/>
      <dgm:spPr/>
    </dgm:pt>
    <dgm:pt modelId="{A5D91F9C-C54A-49FF-81D8-4613C6906013}" type="pres">
      <dgm:prSet presAssocID="{088685E8-1E85-4A31-AB05-17AD81FF6E1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2203C6E-3580-482B-8D9D-013A8CB0BE15}" type="pres">
      <dgm:prSet presAssocID="{088685E8-1E85-4A31-AB05-17AD81FF6E1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DCFBD01-C3C5-47B1-8EA7-7D0581879C5B}" type="presOf" srcId="{4B7CE449-53B1-4A54-B351-AEC57D78B2E2}" destId="{8E532270-EB6A-49B0-831F-B6BB4E48B7E6}" srcOrd="0" destOrd="0" presId="urn:microsoft.com/office/officeart/2005/8/layout/vList2"/>
    <dgm:cxn modelId="{75067902-D5A5-416C-86BD-B54B16D909B1}" type="presOf" srcId="{357EF693-2360-4BB5-8BEB-DE1BB8CB6C6D}" destId="{496E882F-8683-4661-8992-199B25F0A1F2}" srcOrd="0" destOrd="0" presId="urn:microsoft.com/office/officeart/2005/8/layout/vList2"/>
    <dgm:cxn modelId="{45F3220F-EB8B-4157-9303-EA80CE26BE5B}" type="presOf" srcId="{9AC7F88D-5429-4DFF-9897-DF3A1AE6FB62}" destId="{F2203C6E-3580-482B-8D9D-013A8CB0BE15}" srcOrd="0" destOrd="3" presId="urn:microsoft.com/office/officeart/2005/8/layout/vList2"/>
    <dgm:cxn modelId="{EA348B22-06C1-4E51-8C75-2ABBDA2F19AE}" type="presOf" srcId="{B88901FE-FE83-4F37-B58A-D58BFDE7CEE8}" destId="{F2203C6E-3580-482B-8D9D-013A8CB0BE15}" srcOrd="0" destOrd="2" presId="urn:microsoft.com/office/officeart/2005/8/layout/vList2"/>
    <dgm:cxn modelId="{9314732B-44A4-417A-8B67-2D56194A6C3B}" srcId="{4B7CE449-53B1-4A54-B351-AEC57D78B2E2}" destId="{088685E8-1E85-4A31-AB05-17AD81FF6E1E}" srcOrd="2" destOrd="0" parTransId="{D729BFB0-28DF-4EFA-ADA8-D7896C9BDBA3}" sibTransId="{9EE3F971-9767-4EF7-B8A9-5DEF82ED7481}"/>
    <dgm:cxn modelId="{439ED83C-87F0-445F-AAB9-8DA813E5456D}" type="presOf" srcId="{A84B4505-E008-48AF-85D6-F4387D7B1175}" destId="{F2203C6E-3580-482B-8D9D-013A8CB0BE15}" srcOrd="0" destOrd="1" presId="urn:microsoft.com/office/officeart/2005/8/layout/vList2"/>
    <dgm:cxn modelId="{E18CC467-A026-4CD2-BEB0-E966DB14D075}" srcId="{4B7CE449-53B1-4A54-B351-AEC57D78B2E2}" destId="{407F9138-872F-43E8-99C3-3C41B6FE71AC}" srcOrd="0" destOrd="0" parTransId="{386E7F56-F00C-4250-B5C8-B6D49EFFA22D}" sibTransId="{9D3FF6A1-2D3A-4798-A99C-9F07523F561B}"/>
    <dgm:cxn modelId="{90F50268-67CA-4F49-A46A-DDD5AAFDE167}" srcId="{088685E8-1E85-4A31-AB05-17AD81FF6E1E}" destId="{9AC35431-B760-474B-A381-3DE64BB248C3}" srcOrd="0" destOrd="0" parTransId="{DB6239D4-963A-4D41-BD01-77B86542699C}" sibTransId="{78E2C7A9-8C0D-47D8-8C60-C2511094C75B}"/>
    <dgm:cxn modelId="{C5A85750-CF59-43F2-AB71-1B614D7BFEE0}" srcId="{088685E8-1E85-4A31-AB05-17AD81FF6E1E}" destId="{9AC7F88D-5429-4DFF-9897-DF3A1AE6FB62}" srcOrd="3" destOrd="0" parTransId="{6FC5AC1C-79AB-4D1C-834F-F5DEFA8A0DB6}" sibTransId="{CC2CA879-1740-4D90-AFBD-4AE7A4DBAD7B}"/>
    <dgm:cxn modelId="{F7952399-3EC3-4045-A769-B93235AA7439}" type="presOf" srcId="{9AC35431-B760-474B-A381-3DE64BB248C3}" destId="{F2203C6E-3580-482B-8D9D-013A8CB0BE15}" srcOrd="0" destOrd="0" presId="urn:microsoft.com/office/officeart/2005/8/layout/vList2"/>
    <dgm:cxn modelId="{965C7C9E-6A57-4FCE-9F3F-1884A3B4ACCF}" srcId="{088685E8-1E85-4A31-AB05-17AD81FF6E1E}" destId="{A84B4505-E008-48AF-85D6-F4387D7B1175}" srcOrd="1" destOrd="0" parTransId="{543BB715-B488-4A15-92D2-53227F4492DA}" sibTransId="{2F482AB4-5E16-4E7A-8437-77190E61FE9B}"/>
    <dgm:cxn modelId="{96E8BEA2-83F7-451A-BC11-127AF14FD8E2}" srcId="{088685E8-1E85-4A31-AB05-17AD81FF6E1E}" destId="{B88901FE-FE83-4F37-B58A-D58BFDE7CEE8}" srcOrd="2" destOrd="0" parTransId="{1A80EF4A-EF7D-4686-996E-9947FC8026DF}" sibTransId="{0ED0C05F-4E7E-4D38-A0C2-C9374E141F9E}"/>
    <dgm:cxn modelId="{1A657AC9-AB40-4FCD-9E23-FDFC06434B1C}" srcId="{4B7CE449-53B1-4A54-B351-AEC57D78B2E2}" destId="{357EF693-2360-4BB5-8BEB-DE1BB8CB6C6D}" srcOrd="1" destOrd="0" parTransId="{1C6C0BA9-ED32-4101-B02C-A738CDA0AE76}" sibTransId="{501E7EEE-8E55-434A-97D5-7F8A79931771}"/>
    <dgm:cxn modelId="{73A6D0CA-6E13-4D92-9929-E6AAF0CE090B}" srcId="{088685E8-1E85-4A31-AB05-17AD81FF6E1E}" destId="{47198309-C348-43CD-A679-3DFF55B4FD6D}" srcOrd="4" destOrd="0" parTransId="{AEC5E5E2-5B92-489D-9987-A9C52FD1D4B3}" sibTransId="{91507A84-0791-492B-89E1-CF8888E7FAF9}"/>
    <dgm:cxn modelId="{E1D29FD2-EB86-4701-A621-7158540EF2A1}" type="presOf" srcId="{47198309-C348-43CD-A679-3DFF55B4FD6D}" destId="{F2203C6E-3580-482B-8D9D-013A8CB0BE15}" srcOrd="0" destOrd="4" presId="urn:microsoft.com/office/officeart/2005/8/layout/vList2"/>
    <dgm:cxn modelId="{0BFED2ED-0357-4118-B35D-3FA7BB3ED67F}" type="presOf" srcId="{088685E8-1E85-4A31-AB05-17AD81FF6E1E}" destId="{A5D91F9C-C54A-49FF-81D8-4613C6906013}" srcOrd="0" destOrd="0" presId="urn:microsoft.com/office/officeart/2005/8/layout/vList2"/>
    <dgm:cxn modelId="{897BB9F9-018F-49EE-9F48-49A60DD37FA3}" type="presOf" srcId="{407F9138-872F-43E8-99C3-3C41B6FE71AC}" destId="{43483EAB-D72B-4744-B423-BD564EF29D59}" srcOrd="0" destOrd="0" presId="urn:microsoft.com/office/officeart/2005/8/layout/vList2"/>
    <dgm:cxn modelId="{9266BF03-9EBB-44EA-8EFA-899E30919C1D}" type="presParOf" srcId="{8E532270-EB6A-49B0-831F-B6BB4E48B7E6}" destId="{43483EAB-D72B-4744-B423-BD564EF29D59}" srcOrd="0" destOrd="0" presId="urn:microsoft.com/office/officeart/2005/8/layout/vList2"/>
    <dgm:cxn modelId="{F3B5C8E8-72F6-4F66-A4B5-E0F2C9176F82}" type="presParOf" srcId="{8E532270-EB6A-49B0-831F-B6BB4E48B7E6}" destId="{327138E0-48BE-4219-B9AB-08ACFA1DF753}" srcOrd="1" destOrd="0" presId="urn:microsoft.com/office/officeart/2005/8/layout/vList2"/>
    <dgm:cxn modelId="{F0390119-A15B-4216-9507-1C9BC9B19B32}" type="presParOf" srcId="{8E532270-EB6A-49B0-831F-B6BB4E48B7E6}" destId="{496E882F-8683-4661-8992-199B25F0A1F2}" srcOrd="2" destOrd="0" presId="urn:microsoft.com/office/officeart/2005/8/layout/vList2"/>
    <dgm:cxn modelId="{4EA6908C-2D9A-4E0C-B0FE-842CAE3AD944}" type="presParOf" srcId="{8E532270-EB6A-49B0-831F-B6BB4E48B7E6}" destId="{A800C37A-B77D-4DBC-BD46-5CF69B5447CD}" srcOrd="3" destOrd="0" presId="urn:microsoft.com/office/officeart/2005/8/layout/vList2"/>
    <dgm:cxn modelId="{0E11EB65-2684-4479-9C8A-13FB68FA097B}" type="presParOf" srcId="{8E532270-EB6A-49B0-831F-B6BB4E48B7E6}" destId="{A5D91F9C-C54A-49FF-81D8-4613C6906013}" srcOrd="4" destOrd="0" presId="urn:microsoft.com/office/officeart/2005/8/layout/vList2"/>
    <dgm:cxn modelId="{BDC8ABEC-5B2E-40ED-AFBD-8EFBC89A35D2}" type="presParOf" srcId="{8E532270-EB6A-49B0-831F-B6BB4E48B7E6}" destId="{F2203C6E-3580-482B-8D9D-013A8CB0BE1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333E74-15F9-4E1A-BD0B-B5207B1B5C38}" type="doc">
      <dgm:prSet loTypeId="urn:microsoft.com/office/officeart/2005/8/layout/process3" loCatId="process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0CD62BA-25F6-411B-BCF1-A2CC8BC1DECE}">
      <dgm:prSet phldrT="[Text]" phldr="0" custT="1"/>
      <dgm:spPr/>
      <dgm:t>
        <a:bodyPr/>
        <a:lstStyle/>
        <a:p>
          <a:r>
            <a:rPr lang="it-IT" sz="1600" dirty="0"/>
            <a:t>Acquisizione dei dati</a:t>
          </a:r>
          <a:endParaRPr lang="en-US" sz="1600" dirty="0"/>
        </a:p>
      </dgm:t>
    </dgm:pt>
    <dgm:pt modelId="{070D0C16-DFA7-47E2-BB9B-9DC29A9DB837}" type="parTrans" cxnId="{F27EC508-383F-4D1A-A651-D94EC169A454}">
      <dgm:prSet/>
      <dgm:spPr/>
      <dgm:t>
        <a:bodyPr/>
        <a:lstStyle/>
        <a:p>
          <a:endParaRPr lang="en-US"/>
        </a:p>
      </dgm:t>
    </dgm:pt>
    <dgm:pt modelId="{3B905E05-7835-4EEC-850C-F989C8621605}" type="sibTrans" cxnId="{F27EC508-383F-4D1A-A651-D94EC169A454}">
      <dgm:prSet/>
      <dgm:spPr/>
      <dgm:t>
        <a:bodyPr/>
        <a:lstStyle/>
        <a:p>
          <a:endParaRPr lang="en-US"/>
        </a:p>
      </dgm:t>
    </dgm:pt>
    <dgm:pt modelId="{F14DB788-A470-4076-82F5-1EA5FA93D669}">
      <dgm:prSet phldrT="[Text]" phldr="0" custT="1"/>
      <dgm:spPr/>
      <dgm:t>
        <a:bodyPr/>
        <a:lstStyle/>
        <a:p>
          <a:r>
            <a:rPr lang="it-IT" sz="1500" dirty="0"/>
            <a:t> Misurazioni effettuate dai sensori disposti sull’infrastruttura</a:t>
          </a:r>
          <a:endParaRPr lang="en-US" sz="1500" dirty="0"/>
        </a:p>
      </dgm:t>
    </dgm:pt>
    <dgm:pt modelId="{B7590523-5C81-416C-8204-6B91AEC05983}" type="parTrans" cxnId="{DB5D355A-5A02-4751-9DC4-FD685CA735C1}">
      <dgm:prSet/>
      <dgm:spPr/>
      <dgm:t>
        <a:bodyPr/>
        <a:lstStyle/>
        <a:p>
          <a:endParaRPr lang="en-US"/>
        </a:p>
      </dgm:t>
    </dgm:pt>
    <dgm:pt modelId="{6D87513A-2F29-4E1E-8CBE-283FF228DAEC}" type="sibTrans" cxnId="{DB5D355A-5A02-4751-9DC4-FD685CA735C1}">
      <dgm:prSet/>
      <dgm:spPr/>
      <dgm:t>
        <a:bodyPr/>
        <a:lstStyle/>
        <a:p>
          <a:endParaRPr lang="en-US"/>
        </a:p>
      </dgm:t>
    </dgm:pt>
    <dgm:pt modelId="{2BFE5B8E-25CE-428B-95F9-D9EE04A582AB}">
      <dgm:prSet phldrT="[Text]" phldr="0"/>
      <dgm:spPr/>
      <dgm:t>
        <a:bodyPr/>
        <a:lstStyle/>
        <a:p>
          <a:pPr algn="ctr"/>
          <a:r>
            <a:rPr lang="it-IT" dirty="0"/>
            <a:t>Processamento dei dati</a:t>
          </a:r>
          <a:endParaRPr lang="en-US" dirty="0"/>
        </a:p>
      </dgm:t>
    </dgm:pt>
    <dgm:pt modelId="{3807292E-4377-44C0-85FF-EDEE18FE1B6C}" type="parTrans" cxnId="{D8AC1359-C14E-408D-8341-6295AC907822}">
      <dgm:prSet/>
      <dgm:spPr/>
      <dgm:t>
        <a:bodyPr/>
        <a:lstStyle/>
        <a:p>
          <a:endParaRPr lang="en-US"/>
        </a:p>
      </dgm:t>
    </dgm:pt>
    <dgm:pt modelId="{30619D9C-24B0-4B12-BC93-3086191C809D}" type="sibTrans" cxnId="{D8AC1359-C14E-408D-8341-6295AC907822}">
      <dgm:prSet/>
      <dgm:spPr/>
      <dgm:t>
        <a:bodyPr/>
        <a:lstStyle/>
        <a:p>
          <a:endParaRPr lang="en-US"/>
        </a:p>
      </dgm:t>
    </dgm:pt>
    <dgm:pt modelId="{B283659C-7426-4978-85AA-5E1033B20EB4}">
      <dgm:prSet phldrT="[Text]" phldr="0"/>
      <dgm:spPr/>
      <dgm:t>
        <a:bodyPr/>
        <a:lstStyle/>
        <a:p>
          <a:r>
            <a:rPr lang="it-IT" dirty="0"/>
            <a:t> Algoritmi di filtraggio che eliminano rumore e vibrazioni</a:t>
          </a:r>
          <a:endParaRPr lang="en-US" dirty="0"/>
        </a:p>
      </dgm:t>
    </dgm:pt>
    <dgm:pt modelId="{8266E2AD-0934-4849-9FD8-9B43BACA5FBC}" type="parTrans" cxnId="{7285D6CD-FF12-44DA-9EB8-CF9DE608374A}">
      <dgm:prSet/>
      <dgm:spPr/>
      <dgm:t>
        <a:bodyPr/>
        <a:lstStyle/>
        <a:p>
          <a:endParaRPr lang="en-US"/>
        </a:p>
      </dgm:t>
    </dgm:pt>
    <dgm:pt modelId="{464FF006-9843-4FDE-B2E0-E0FACC5BD424}" type="sibTrans" cxnId="{7285D6CD-FF12-44DA-9EB8-CF9DE608374A}">
      <dgm:prSet/>
      <dgm:spPr/>
      <dgm:t>
        <a:bodyPr/>
        <a:lstStyle/>
        <a:p>
          <a:endParaRPr lang="en-US"/>
        </a:p>
      </dgm:t>
    </dgm:pt>
    <dgm:pt modelId="{833A7341-BDB6-4CE4-9242-8EDB1E25E5AD}">
      <dgm:prSet phldrT="[Text]" phldr="0"/>
      <dgm:spPr/>
      <dgm:t>
        <a:bodyPr/>
        <a:lstStyle/>
        <a:p>
          <a:pPr algn="ctr"/>
          <a:r>
            <a:rPr lang="it-IT" dirty="0"/>
            <a:t>Interpretazione dei risultati</a:t>
          </a:r>
          <a:endParaRPr lang="en-US" dirty="0"/>
        </a:p>
      </dgm:t>
    </dgm:pt>
    <dgm:pt modelId="{F163B81C-5CA0-420E-8A87-24A660F7B765}" type="parTrans" cxnId="{77E3E10D-ABCB-49FD-BDE0-292C0FBFA9B3}">
      <dgm:prSet/>
      <dgm:spPr/>
      <dgm:t>
        <a:bodyPr/>
        <a:lstStyle/>
        <a:p>
          <a:endParaRPr lang="en-US"/>
        </a:p>
      </dgm:t>
    </dgm:pt>
    <dgm:pt modelId="{698E26F1-54C2-4842-9347-0C0C84C580BE}" type="sibTrans" cxnId="{77E3E10D-ABCB-49FD-BDE0-292C0FBFA9B3}">
      <dgm:prSet/>
      <dgm:spPr/>
      <dgm:t>
        <a:bodyPr/>
        <a:lstStyle/>
        <a:p>
          <a:endParaRPr lang="en-US"/>
        </a:p>
      </dgm:t>
    </dgm:pt>
    <dgm:pt modelId="{373F05B8-718B-4BAB-AE75-DCCC692529B7}">
      <dgm:prSet phldrT="[Text]" phldr="0"/>
      <dgm:spPr/>
      <dgm:t>
        <a:bodyPr/>
        <a:lstStyle/>
        <a:p>
          <a:r>
            <a:rPr lang="it-IT" dirty="0"/>
            <a:t> Calcolo del </a:t>
          </a:r>
          <a:r>
            <a:rPr lang="it-IT" dirty="0" err="1"/>
            <a:t>Damage</a:t>
          </a:r>
          <a:r>
            <a:rPr lang="it-IT" dirty="0"/>
            <a:t> Index</a:t>
          </a:r>
          <a:endParaRPr lang="en-US" dirty="0"/>
        </a:p>
      </dgm:t>
    </dgm:pt>
    <dgm:pt modelId="{283CDF7F-6168-4CE1-830F-5DABABDDFEBD}" type="parTrans" cxnId="{8BF09389-02FF-4D47-97A8-477CCF9FC3E6}">
      <dgm:prSet/>
      <dgm:spPr/>
      <dgm:t>
        <a:bodyPr/>
        <a:lstStyle/>
        <a:p>
          <a:endParaRPr lang="en-US"/>
        </a:p>
      </dgm:t>
    </dgm:pt>
    <dgm:pt modelId="{2ADCAC5A-DDFA-400E-BE38-67D32FA15138}" type="sibTrans" cxnId="{8BF09389-02FF-4D47-97A8-477CCF9FC3E6}">
      <dgm:prSet/>
      <dgm:spPr/>
      <dgm:t>
        <a:bodyPr/>
        <a:lstStyle/>
        <a:p>
          <a:endParaRPr lang="en-US"/>
        </a:p>
      </dgm:t>
    </dgm:pt>
    <dgm:pt modelId="{32DF14F9-9286-41A9-8EFB-A65380CA4439}">
      <dgm:prSet/>
      <dgm:spPr/>
      <dgm:t>
        <a:bodyPr/>
        <a:lstStyle/>
        <a:p>
          <a:pPr algn="ctr"/>
          <a:r>
            <a:rPr lang="it-IT" dirty="0"/>
            <a:t>Decisione</a:t>
          </a:r>
          <a:endParaRPr lang="en-US" dirty="0"/>
        </a:p>
      </dgm:t>
    </dgm:pt>
    <dgm:pt modelId="{E220B77A-2570-49E0-B396-B60A49E87474}" type="parTrans" cxnId="{78858C7C-E40D-46D7-999D-ABA877C7055E}">
      <dgm:prSet/>
      <dgm:spPr/>
      <dgm:t>
        <a:bodyPr/>
        <a:lstStyle/>
        <a:p>
          <a:endParaRPr lang="en-US"/>
        </a:p>
      </dgm:t>
    </dgm:pt>
    <dgm:pt modelId="{06BC3654-9020-40FB-9DA3-03DCC3E2867D}" type="sibTrans" cxnId="{78858C7C-E40D-46D7-999D-ABA877C7055E}">
      <dgm:prSet/>
      <dgm:spPr/>
      <dgm:t>
        <a:bodyPr/>
        <a:lstStyle/>
        <a:p>
          <a:endParaRPr lang="en-US"/>
        </a:p>
      </dgm:t>
    </dgm:pt>
    <dgm:pt modelId="{ED7C8F0E-4C1A-450E-BC7C-467303BAE259}">
      <dgm:prSet/>
      <dgm:spPr/>
      <dgm:t>
        <a:bodyPr/>
        <a:lstStyle/>
        <a:p>
          <a:r>
            <a:rPr lang="it-IT" dirty="0"/>
            <a:t> Programmazione di interventi e manutenzione</a:t>
          </a:r>
          <a:endParaRPr lang="en-US" dirty="0"/>
        </a:p>
      </dgm:t>
    </dgm:pt>
    <dgm:pt modelId="{7B5C62B3-1982-4641-A6B1-69B14AC804FE}" type="parTrans" cxnId="{95E39DDC-EEB2-4EFC-BE8A-4A80DAC5FE1A}">
      <dgm:prSet/>
      <dgm:spPr/>
      <dgm:t>
        <a:bodyPr/>
        <a:lstStyle/>
        <a:p>
          <a:endParaRPr lang="en-US"/>
        </a:p>
      </dgm:t>
    </dgm:pt>
    <dgm:pt modelId="{D814EDCA-97B9-4CDF-9588-1031F613D5DF}" type="sibTrans" cxnId="{95E39DDC-EEB2-4EFC-BE8A-4A80DAC5FE1A}">
      <dgm:prSet/>
      <dgm:spPr/>
      <dgm:t>
        <a:bodyPr/>
        <a:lstStyle/>
        <a:p>
          <a:endParaRPr lang="en-US"/>
        </a:p>
      </dgm:t>
    </dgm:pt>
    <dgm:pt modelId="{85B0F97F-5EEE-4D33-B5CF-EB6660B0FE9E}">
      <dgm:prSet phldrT="[Text]" phldr="0"/>
      <dgm:spPr/>
      <dgm:t>
        <a:bodyPr/>
        <a:lstStyle/>
        <a:p>
          <a:r>
            <a:rPr lang="it-IT" dirty="0"/>
            <a:t>Localizzazione del danno</a:t>
          </a:r>
          <a:endParaRPr lang="en-US" dirty="0"/>
        </a:p>
      </dgm:t>
    </dgm:pt>
    <dgm:pt modelId="{77BC5884-42AA-4BEC-9297-54984B464B87}" type="parTrans" cxnId="{92A8CE21-8379-44DA-9B39-C19701F615C6}">
      <dgm:prSet/>
      <dgm:spPr/>
      <dgm:t>
        <a:bodyPr/>
        <a:lstStyle/>
        <a:p>
          <a:endParaRPr lang="en-US"/>
        </a:p>
      </dgm:t>
    </dgm:pt>
    <dgm:pt modelId="{8A874E48-2201-44F9-AEDC-06B674EB0656}" type="sibTrans" cxnId="{92A8CE21-8379-44DA-9B39-C19701F615C6}">
      <dgm:prSet/>
      <dgm:spPr/>
      <dgm:t>
        <a:bodyPr/>
        <a:lstStyle/>
        <a:p>
          <a:endParaRPr lang="en-US"/>
        </a:p>
      </dgm:t>
    </dgm:pt>
    <dgm:pt modelId="{DECFAF8C-FBFF-4773-B15C-86AE284AE748}" type="pres">
      <dgm:prSet presAssocID="{BD333E74-15F9-4E1A-BD0B-B5207B1B5C38}" presName="linearFlow" presStyleCnt="0">
        <dgm:presLayoutVars>
          <dgm:dir/>
          <dgm:animLvl val="lvl"/>
          <dgm:resizeHandles val="exact"/>
        </dgm:presLayoutVars>
      </dgm:prSet>
      <dgm:spPr/>
    </dgm:pt>
    <dgm:pt modelId="{0AF7A1D7-7447-4A18-885A-FE84BAA549FA}" type="pres">
      <dgm:prSet presAssocID="{90CD62BA-25F6-411B-BCF1-A2CC8BC1DECE}" presName="composite" presStyleCnt="0"/>
      <dgm:spPr/>
    </dgm:pt>
    <dgm:pt modelId="{0B696479-1661-4F25-B126-88E5C12CF380}" type="pres">
      <dgm:prSet presAssocID="{90CD62BA-25F6-411B-BCF1-A2CC8BC1DECE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FA7CDB2-F3A6-46DA-ABC6-690B0CDCF48B}" type="pres">
      <dgm:prSet presAssocID="{90CD62BA-25F6-411B-BCF1-A2CC8BC1DECE}" presName="parSh" presStyleLbl="node1" presStyleIdx="0" presStyleCnt="4"/>
      <dgm:spPr/>
    </dgm:pt>
    <dgm:pt modelId="{8B772FFF-FE8B-4BC9-8A37-A3F44C78E0EC}" type="pres">
      <dgm:prSet presAssocID="{90CD62BA-25F6-411B-BCF1-A2CC8BC1DECE}" presName="desTx" presStyleLbl="fgAcc1" presStyleIdx="0" presStyleCnt="4">
        <dgm:presLayoutVars>
          <dgm:bulletEnabled val="1"/>
        </dgm:presLayoutVars>
      </dgm:prSet>
      <dgm:spPr/>
    </dgm:pt>
    <dgm:pt modelId="{F757BD07-D6A1-48CF-AA0C-F6C83FEFC833}" type="pres">
      <dgm:prSet presAssocID="{3B905E05-7835-4EEC-850C-F989C8621605}" presName="sibTrans" presStyleLbl="sibTrans2D1" presStyleIdx="0" presStyleCnt="3"/>
      <dgm:spPr/>
    </dgm:pt>
    <dgm:pt modelId="{83DFDF7C-BDBC-4DB7-9FB3-072CD446BAC4}" type="pres">
      <dgm:prSet presAssocID="{3B905E05-7835-4EEC-850C-F989C8621605}" presName="connTx" presStyleLbl="sibTrans2D1" presStyleIdx="0" presStyleCnt="3"/>
      <dgm:spPr/>
    </dgm:pt>
    <dgm:pt modelId="{00060686-0D07-4177-922C-4FA90B031341}" type="pres">
      <dgm:prSet presAssocID="{2BFE5B8E-25CE-428B-95F9-D9EE04A582AB}" presName="composite" presStyleCnt="0"/>
      <dgm:spPr/>
    </dgm:pt>
    <dgm:pt modelId="{CAB75EE7-FBF3-4E5E-BA46-18A0F50E6FCA}" type="pres">
      <dgm:prSet presAssocID="{2BFE5B8E-25CE-428B-95F9-D9EE04A582AB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A595300-D19B-4232-830B-9F55BB415973}" type="pres">
      <dgm:prSet presAssocID="{2BFE5B8E-25CE-428B-95F9-D9EE04A582AB}" presName="parSh" presStyleLbl="node1" presStyleIdx="1" presStyleCnt="4"/>
      <dgm:spPr/>
    </dgm:pt>
    <dgm:pt modelId="{64952A5C-77C7-4129-AD5D-23539145C4C2}" type="pres">
      <dgm:prSet presAssocID="{2BFE5B8E-25CE-428B-95F9-D9EE04A582AB}" presName="desTx" presStyleLbl="fgAcc1" presStyleIdx="1" presStyleCnt="4">
        <dgm:presLayoutVars>
          <dgm:bulletEnabled val="1"/>
        </dgm:presLayoutVars>
      </dgm:prSet>
      <dgm:spPr/>
    </dgm:pt>
    <dgm:pt modelId="{FB60EBB4-95CA-4071-BA25-3DF01CB34646}" type="pres">
      <dgm:prSet presAssocID="{30619D9C-24B0-4B12-BC93-3086191C809D}" presName="sibTrans" presStyleLbl="sibTrans2D1" presStyleIdx="1" presStyleCnt="3"/>
      <dgm:spPr/>
    </dgm:pt>
    <dgm:pt modelId="{5F47DD3B-72F8-4EFF-879C-43EB3A91E501}" type="pres">
      <dgm:prSet presAssocID="{30619D9C-24B0-4B12-BC93-3086191C809D}" presName="connTx" presStyleLbl="sibTrans2D1" presStyleIdx="1" presStyleCnt="3"/>
      <dgm:spPr/>
    </dgm:pt>
    <dgm:pt modelId="{21EAC669-9A1C-4AEC-B8A7-24983760EA44}" type="pres">
      <dgm:prSet presAssocID="{833A7341-BDB6-4CE4-9242-8EDB1E25E5AD}" presName="composite" presStyleCnt="0"/>
      <dgm:spPr/>
    </dgm:pt>
    <dgm:pt modelId="{0A185C4E-2AD9-46B3-8305-A285C2060B67}" type="pres">
      <dgm:prSet presAssocID="{833A7341-BDB6-4CE4-9242-8EDB1E25E5AD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1F1107E-EA49-410F-A65C-D0E0FFD31BE2}" type="pres">
      <dgm:prSet presAssocID="{833A7341-BDB6-4CE4-9242-8EDB1E25E5AD}" presName="parSh" presStyleLbl="node1" presStyleIdx="2" presStyleCnt="4"/>
      <dgm:spPr/>
    </dgm:pt>
    <dgm:pt modelId="{EE5FA16A-2558-4770-A492-31BB5FDC416D}" type="pres">
      <dgm:prSet presAssocID="{833A7341-BDB6-4CE4-9242-8EDB1E25E5AD}" presName="desTx" presStyleLbl="fgAcc1" presStyleIdx="2" presStyleCnt="4">
        <dgm:presLayoutVars>
          <dgm:bulletEnabled val="1"/>
        </dgm:presLayoutVars>
      </dgm:prSet>
      <dgm:spPr/>
    </dgm:pt>
    <dgm:pt modelId="{7E9690B5-D4DA-4100-906E-5503F5C44E3B}" type="pres">
      <dgm:prSet presAssocID="{698E26F1-54C2-4842-9347-0C0C84C580BE}" presName="sibTrans" presStyleLbl="sibTrans2D1" presStyleIdx="2" presStyleCnt="3"/>
      <dgm:spPr/>
    </dgm:pt>
    <dgm:pt modelId="{73C0F900-F0E4-407A-92EC-24C32A08FFC5}" type="pres">
      <dgm:prSet presAssocID="{698E26F1-54C2-4842-9347-0C0C84C580BE}" presName="connTx" presStyleLbl="sibTrans2D1" presStyleIdx="2" presStyleCnt="3"/>
      <dgm:spPr/>
    </dgm:pt>
    <dgm:pt modelId="{412DACD5-157C-4514-8B82-A270F1696D85}" type="pres">
      <dgm:prSet presAssocID="{32DF14F9-9286-41A9-8EFB-A65380CA4439}" presName="composite" presStyleCnt="0"/>
      <dgm:spPr/>
    </dgm:pt>
    <dgm:pt modelId="{24B08ACE-9B6B-4378-85C6-85A346E3E378}" type="pres">
      <dgm:prSet presAssocID="{32DF14F9-9286-41A9-8EFB-A65380CA4439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D8BC291-A6BE-4FAD-8EF2-D140876EA218}" type="pres">
      <dgm:prSet presAssocID="{32DF14F9-9286-41A9-8EFB-A65380CA4439}" presName="parSh" presStyleLbl="node1" presStyleIdx="3" presStyleCnt="4"/>
      <dgm:spPr/>
    </dgm:pt>
    <dgm:pt modelId="{CF395575-F68F-432E-850A-F7D9C9E440D3}" type="pres">
      <dgm:prSet presAssocID="{32DF14F9-9286-41A9-8EFB-A65380CA4439}" presName="desTx" presStyleLbl="fgAcc1" presStyleIdx="3" presStyleCnt="4">
        <dgm:presLayoutVars>
          <dgm:bulletEnabled val="1"/>
        </dgm:presLayoutVars>
      </dgm:prSet>
      <dgm:spPr/>
    </dgm:pt>
  </dgm:ptLst>
  <dgm:cxnLst>
    <dgm:cxn modelId="{7597EF07-2F50-4827-BD16-B1E62DFA82DB}" type="presOf" srcId="{698E26F1-54C2-4842-9347-0C0C84C580BE}" destId="{7E9690B5-D4DA-4100-906E-5503F5C44E3B}" srcOrd="0" destOrd="0" presId="urn:microsoft.com/office/officeart/2005/8/layout/process3"/>
    <dgm:cxn modelId="{F27EC508-383F-4D1A-A651-D94EC169A454}" srcId="{BD333E74-15F9-4E1A-BD0B-B5207B1B5C38}" destId="{90CD62BA-25F6-411B-BCF1-A2CC8BC1DECE}" srcOrd="0" destOrd="0" parTransId="{070D0C16-DFA7-47E2-BB9B-9DC29A9DB837}" sibTransId="{3B905E05-7835-4EEC-850C-F989C8621605}"/>
    <dgm:cxn modelId="{77E3E10D-ABCB-49FD-BDE0-292C0FBFA9B3}" srcId="{BD333E74-15F9-4E1A-BD0B-B5207B1B5C38}" destId="{833A7341-BDB6-4CE4-9242-8EDB1E25E5AD}" srcOrd="2" destOrd="0" parTransId="{F163B81C-5CA0-420E-8A87-24A660F7B765}" sibTransId="{698E26F1-54C2-4842-9347-0C0C84C580BE}"/>
    <dgm:cxn modelId="{92A8CE21-8379-44DA-9B39-C19701F615C6}" srcId="{833A7341-BDB6-4CE4-9242-8EDB1E25E5AD}" destId="{85B0F97F-5EEE-4D33-B5CF-EB6660B0FE9E}" srcOrd="1" destOrd="0" parTransId="{77BC5884-42AA-4BEC-9297-54984B464B87}" sibTransId="{8A874E48-2201-44F9-AEDC-06B674EB0656}"/>
    <dgm:cxn modelId="{391C6D3E-EE41-4C6E-A9D9-BB1FD1952693}" type="presOf" srcId="{90CD62BA-25F6-411B-BCF1-A2CC8BC1DECE}" destId="{0B696479-1661-4F25-B126-88E5C12CF380}" srcOrd="0" destOrd="0" presId="urn:microsoft.com/office/officeart/2005/8/layout/process3"/>
    <dgm:cxn modelId="{56A31647-082F-4395-9853-40BFA251A2E5}" type="presOf" srcId="{90CD62BA-25F6-411B-BCF1-A2CC8BC1DECE}" destId="{3FA7CDB2-F3A6-46DA-ABC6-690B0CDCF48B}" srcOrd="1" destOrd="0" presId="urn:microsoft.com/office/officeart/2005/8/layout/process3"/>
    <dgm:cxn modelId="{570B9B48-FA02-4822-9970-236FD5F9DB7C}" type="presOf" srcId="{833A7341-BDB6-4CE4-9242-8EDB1E25E5AD}" destId="{0A185C4E-2AD9-46B3-8305-A285C2060B67}" srcOrd="0" destOrd="0" presId="urn:microsoft.com/office/officeart/2005/8/layout/process3"/>
    <dgm:cxn modelId="{B86B3B4C-9EC8-401E-8EF9-E2D353256C2D}" type="presOf" srcId="{3B905E05-7835-4EEC-850C-F989C8621605}" destId="{83DFDF7C-BDBC-4DB7-9FB3-072CD446BAC4}" srcOrd="1" destOrd="0" presId="urn:microsoft.com/office/officeart/2005/8/layout/process3"/>
    <dgm:cxn modelId="{E8ED4D53-6BEF-4625-AA8C-C66096D3D5B1}" type="presOf" srcId="{BD333E74-15F9-4E1A-BD0B-B5207B1B5C38}" destId="{DECFAF8C-FBFF-4773-B15C-86AE284AE748}" srcOrd="0" destOrd="0" presId="urn:microsoft.com/office/officeart/2005/8/layout/process3"/>
    <dgm:cxn modelId="{D8479173-32B7-466B-A048-0913431F931A}" type="presOf" srcId="{ED7C8F0E-4C1A-450E-BC7C-467303BAE259}" destId="{CF395575-F68F-432E-850A-F7D9C9E440D3}" srcOrd="0" destOrd="0" presId="urn:microsoft.com/office/officeart/2005/8/layout/process3"/>
    <dgm:cxn modelId="{4757CE76-E94B-4E8B-BC86-6660F438C0D8}" type="presOf" srcId="{3B905E05-7835-4EEC-850C-F989C8621605}" destId="{F757BD07-D6A1-48CF-AA0C-F6C83FEFC833}" srcOrd="0" destOrd="0" presId="urn:microsoft.com/office/officeart/2005/8/layout/process3"/>
    <dgm:cxn modelId="{D8AC1359-C14E-408D-8341-6295AC907822}" srcId="{BD333E74-15F9-4E1A-BD0B-B5207B1B5C38}" destId="{2BFE5B8E-25CE-428B-95F9-D9EE04A582AB}" srcOrd="1" destOrd="0" parTransId="{3807292E-4377-44C0-85FF-EDEE18FE1B6C}" sibTransId="{30619D9C-24B0-4B12-BC93-3086191C809D}"/>
    <dgm:cxn modelId="{DB5D355A-5A02-4751-9DC4-FD685CA735C1}" srcId="{90CD62BA-25F6-411B-BCF1-A2CC8BC1DECE}" destId="{F14DB788-A470-4076-82F5-1EA5FA93D669}" srcOrd="0" destOrd="0" parTransId="{B7590523-5C81-416C-8204-6B91AEC05983}" sibTransId="{6D87513A-2F29-4E1E-8CBE-283FF228DAEC}"/>
    <dgm:cxn modelId="{78858C7C-E40D-46D7-999D-ABA877C7055E}" srcId="{BD333E74-15F9-4E1A-BD0B-B5207B1B5C38}" destId="{32DF14F9-9286-41A9-8EFB-A65380CA4439}" srcOrd="3" destOrd="0" parTransId="{E220B77A-2570-49E0-B396-B60A49E87474}" sibTransId="{06BC3654-9020-40FB-9DA3-03DCC3E2867D}"/>
    <dgm:cxn modelId="{0592B580-9A59-4E92-97CD-DF4D4469DDB9}" type="presOf" srcId="{32DF14F9-9286-41A9-8EFB-A65380CA4439}" destId="{4D8BC291-A6BE-4FAD-8EF2-D140876EA218}" srcOrd="1" destOrd="0" presId="urn:microsoft.com/office/officeart/2005/8/layout/process3"/>
    <dgm:cxn modelId="{8BF09389-02FF-4D47-97A8-477CCF9FC3E6}" srcId="{833A7341-BDB6-4CE4-9242-8EDB1E25E5AD}" destId="{373F05B8-718B-4BAB-AE75-DCCC692529B7}" srcOrd="0" destOrd="0" parTransId="{283CDF7F-6168-4CE1-830F-5DABABDDFEBD}" sibTransId="{2ADCAC5A-DDFA-400E-BE38-67D32FA15138}"/>
    <dgm:cxn modelId="{A5380C93-8B51-408B-AD89-15B7C0609289}" type="presOf" srcId="{2BFE5B8E-25CE-428B-95F9-D9EE04A582AB}" destId="{CAB75EE7-FBF3-4E5E-BA46-18A0F50E6FCA}" srcOrd="0" destOrd="0" presId="urn:microsoft.com/office/officeart/2005/8/layout/process3"/>
    <dgm:cxn modelId="{06EFB09E-865C-4B29-8ED3-95BFF442C137}" type="presOf" srcId="{85B0F97F-5EEE-4D33-B5CF-EB6660B0FE9E}" destId="{EE5FA16A-2558-4770-A492-31BB5FDC416D}" srcOrd="0" destOrd="1" presId="urn:microsoft.com/office/officeart/2005/8/layout/process3"/>
    <dgm:cxn modelId="{CA5FCDA2-CFC4-4FE5-8C21-F07D5DEC390D}" type="presOf" srcId="{2BFE5B8E-25CE-428B-95F9-D9EE04A582AB}" destId="{DA595300-D19B-4232-830B-9F55BB415973}" srcOrd="1" destOrd="0" presId="urn:microsoft.com/office/officeart/2005/8/layout/process3"/>
    <dgm:cxn modelId="{5891DBA5-3E50-4AC8-8E0E-8FB1205AD7AE}" type="presOf" srcId="{F14DB788-A470-4076-82F5-1EA5FA93D669}" destId="{8B772FFF-FE8B-4BC9-8A37-A3F44C78E0EC}" srcOrd="0" destOrd="0" presId="urn:microsoft.com/office/officeart/2005/8/layout/process3"/>
    <dgm:cxn modelId="{949765BB-9067-468A-9F2F-03AA0BE19173}" type="presOf" srcId="{373F05B8-718B-4BAB-AE75-DCCC692529B7}" destId="{EE5FA16A-2558-4770-A492-31BB5FDC416D}" srcOrd="0" destOrd="0" presId="urn:microsoft.com/office/officeart/2005/8/layout/process3"/>
    <dgm:cxn modelId="{FB2DE1BB-C7BD-4946-BCA3-952436692433}" type="presOf" srcId="{30619D9C-24B0-4B12-BC93-3086191C809D}" destId="{5F47DD3B-72F8-4EFF-879C-43EB3A91E501}" srcOrd="1" destOrd="0" presId="urn:microsoft.com/office/officeart/2005/8/layout/process3"/>
    <dgm:cxn modelId="{C56BBDC0-D214-4320-B65D-3B253CA74F8A}" type="presOf" srcId="{32DF14F9-9286-41A9-8EFB-A65380CA4439}" destId="{24B08ACE-9B6B-4378-85C6-85A346E3E378}" srcOrd="0" destOrd="0" presId="urn:microsoft.com/office/officeart/2005/8/layout/process3"/>
    <dgm:cxn modelId="{3D5733C6-8EAF-4B7A-A91D-22B31FB77404}" type="presOf" srcId="{833A7341-BDB6-4CE4-9242-8EDB1E25E5AD}" destId="{01F1107E-EA49-410F-A65C-D0E0FFD31BE2}" srcOrd="1" destOrd="0" presId="urn:microsoft.com/office/officeart/2005/8/layout/process3"/>
    <dgm:cxn modelId="{7285D6CD-FF12-44DA-9EB8-CF9DE608374A}" srcId="{2BFE5B8E-25CE-428B-95F9-D9EE04A582AB}" destId="{B283659C-7426-4978-85AA-5E1033B20EB4}" srcOrd="0" destOrd="0" parTransId="{8266E2AD-0934-4849-9FD8-9B43BACA5FBC}" sibTransId="{464FF006-9843-4FDE-B2E0-E0FACC5BD424}"/>
    <dgm:cxn modelId="{8996DDD3-0AB4-427C-8F33-9230E523DC61}" type="presOf" srcId="{698E26F1-54C2-4842-9347-0C0C84C580BE}" destId="{73C0F900-F0E4-407A-92EC-24C32A08FFC5}" srcOrd="1" destOrd="0" presId="urn:microsoft.com/office/officeart/2005/8/layout/process3"/>
    <dgm:cxn modelId="{82BE07DA-3B84-4D00-B33F-185EDEF6F12E}" type="presOf" srcId="{B283659C-7426-4978-85AA-5E1033B20EB4}" destId="{64952A5C-77C7-4129-AD5D-23539145C4C2}" srcOrd="0" destOrd="0" presId="urn:microsoft.com/office/officeart/2005/8/layout/process3"/>
    <dgm:cxn modelId="{95E39DDC-EEB2-4EFC-BE8A-4A80DAC5FE1A}" srcId="{32DF14F9-9286-41A9-8EFB-A65380CA4439}" destId="{ED7C8F0E-4C1A-450E-BC7C-467303BAE259}" srcOrd="0" destOrd="0" parTransId="{7B5C62B3-1982-4641-A6B1-69B14AC804FE}" sibTransId="{D814EDCA-97B9-4CDF-9588-1031F613D5DF}"/>
    <dgm:cxn modelId="{B6BECAEE-2C68-4A03-8571-B7AD6828153B}" type="presOf" srcId="{30619D9C-24B0-4B12-BC93-3086191C809D}" destId="{FB60EBB4-95CA-4071-BA25-3DF01CB34646}" srcOrd="0" destOrd="0" presId="urn:microsoft.com/office/officeart/2005/8/layout/process3"/>
    <dgm:cxn modelId="{4BB46621-404B-434B-B0E9-60E0D7F8A315}" type="presParOf" srcId="{DECFAF8C-FBFF-4773-B15C-86AE284AE748}" destId="{0AF7A1D7-7447-4A18-885A-FE84BAA549FA}" srcOrd="0" destOrd="0" presId="urn:microsoft.com/office/officeart/2005/8/layout/process3"/>
    <dgm:cxn modelId="{59A0CCBA-CB97-47C9-B951-B0D6306A96D0}" type="presParOf" srcId="{0AF7A1D7-7447-4A18-885A-FE84BAA549FA}" destId="{0B696479-1661-4F25-B126-88E5C12CF380}" srcOrd="0" destOrd="0" presId="urn:microsoft.com/office/officeart/2005/8/layout/process3"/>
    <dgm:cxn modelId="{AB09233E-8AA1-42D0-B5A2-FA5D01AB99E1}" type="presParOf" srcId="{0AF7A1D7-7447-4A18-885A-FE84BAA549FA}" destId="{3FA7CDB2-F3A6-46DA-ABC6-690B0CDCF48B}" srcOrd="1" destOrd="0" presId="urn:microsoft.com/office/officeart/2005/8/layout/process3"/>
    <dgm:cxn modelId="{6EF569B3-B6B6-43D4-8427-0D941E01B261}" type="presParOf" srcId="{0AF7A1D7-7447-4A18-885A-FE84BAA549FA}" destId="{8B772FFF-FE8B-4BC9-8A37-A3F44C78E0EC}" srcOrd="2" destOrd="0" presId="urn:microsoft.com/office/officeart/2005/8/layout/process3"/>
    <dgm:cxn modelId="{95AB3057-848F-4813-832E-AAA5872CCD3E}" type="presParOf" srcId="{DECFAF8C-FBFF-4773-B15C-86AE284AE748}" destId="{F757BD07-D6A1-48CF-AA0C-F6C83FEFC833}" srcOrd="1" destOrd="0" presId="urn:microsoft.com/office/officeart/2005/8/layout/process3"/>
    <dgm:cxn modelId="{9B36791B-0076-499F-8275-D81D3DB8C3C9}" type="presParOf" srcId="{F757BD07-D6A1-48CF-AA0C-F6C83FEFC833}" destId="{83DFDF7C-BDBC-4DB7-9FB3-072CD446BAC4}" srcOrd="0" destOrd="0" presId="urn:microsoft.com/office/officeart/2005/8/layout/process3"/>
    <dgm:cxn modelId="{3E047EDF-6F23-4014-9472-5891CB6F3EB3}" type="presParOf" srcId="{DECFAF8C-FBFF-4773-B15C-86AE284AE748}" destId="{00060686-0D07-4177-922C-4FA90B031341}" srcOrd="2" destOrd="0" presId="urn:microsoft.com/office/officeart/2005/8/layout/process3"/>
    <dgm:cxn modelId="{42057635-D398-439D-81DA-8AB1C97A24D7}" type="presParOf" srcId="{00060686-0D07-4177-922C-4FA90B031341}" destId="{CAB75EE7-FBF3-4E5E-BA46-18A0F50E6FCA}" srcOrd="0" destOrd="0" presId="urn:microsoft.com/office/officeart/2005/8/layout/process3"/>
    <dgm:cxn modelId="{75526671-3428-4683-9AA5-1E490BFE1B12}" type="presParOf" srcId="{00060686-0D07-4177-922C-4FA90B031341}" destId="{DA595300-D19B-4232-830B-9F55BB415973}" srcOrd="1" destOrd="0" presId="urn:microsoft.com/office/officeart/2005/8/layout/process3"/>
    <dgm:cxn modelId="{DB9878FB-1799-453A-8015-C4B582D154DE}" type="presParOf" srcId="{00060686-0D07-4177-922C-4FA90B031341}" destId="{64952A5C-77C7-4129-AD5D-23539145C4C2}" srcOrd="2" destOrd="0" presId="urn:microsoft.com/office/officeart/2005/8/layout/process3"/>
    <dgm:cxn modelId="{58334885-BC60-4B07-980D-E154E3D433EF}" type="presParOf" srcId="{DECFAF8C-FBFF-4773-B15C-86AE284AE748}" destId="{FB60EBB4-95CA-4071-BA25-3DF01CB34646}" srcOrd="3" destOrd="0" presId="urn:microsoft.com/office/officeart/2005/8/layout/process3"/>
    <dgm:cxn modelId="{9292548C-7FFB-4B2B-8FC6-D98319C19933}" type="presParOf" srcId="{FB60EBB4-95CA-4071-BA25-3DF01CB34646}" destId="{5F47DD3B-72F8-4EFF-879C-43EB3A91E501}" srcOrd="0" destOrd="0" presId="urn:microsoft.com/office/officeart/2005/8/layout/process3"/>
    <dgm:cxn modelId="{3F26402F-B55B-40CF-B2FF-CF861F38B97F}" type="presParOf" srcId="{DECFAF8C-FBFF-4773-B15C-86AE284AE748}" destId="{21EAC669-9A1C-4AEC-B8A7-24983760EA44}" srcOrd="4" destOrd="0" presId="urn:microsoft.com/office/officeart/2005/8/layout/process3"/>
    <dgm:cxn modelId="{9541EC2F-62A1-41CC-B1CC-EAC5F6A41185}" type="presParOf" srcId="{21EAC669-9A1C-4AEC-B8A7-24983760EA44}" destId="{0A185C4E-2AD9-46B3-8305-A285C2060B67}" srcOrd="0" destOrd="0" presId="urn:microsoft.com/office/officeart/2005/8/layout/process3"/>
    <dgm:cxn modelId="{4ED2F964-0C97-4B65-BAFF-83136CBF3221}" type="presParOf" srcId="{21EAC669-9A1C-4AEC-B8A7-24983760EA44}" destId="{01F1107E-EA49-410F-A65C-D0E0FFD31BE2}" srcOrd="1" destOrd="0" presId="urn:microsoft.com/office/officeart/2005/8/layout/process3"/>
    <dgm:cxn modelId="{A1AE9E38-AD73-4219-9503-A571D7149531}" type="presParOf" srcId="{21EAC669-9A1C-4AEC-B8A7-24983760EA44}" destId="{EE5FA16A-2558-4770-A492-31BB5FDC416D}" srcOrd="2" destOrd="0" presId="urn:microsoft.com/office/officeart/2005/8/layout/process3"/>
    <dgm:cxn modelId="{9E4124C1-9AF0-4358-BB03-DA41CCEE4CDE}" type="presParOf" srcId="{DECFAF8C-FBFF-4773-B15C-86AE284AE748}" destId="{7E9690B5-D4DA-4100-906E-5503F5C44E3B}" srcOrd="5" destOrd="0" presId="urn:microsoft.com/office/officeart/2005/8/layout/process3"/>
    <dgm:cxn modelId="{02BA2497-1812-4FF7-A657-403E1A552777}" type="presParOf" srcId="{7E9690B5-D4DA-4100-906E-5503F5C44E3B}" destId="{73C0F900-F0E4-407A-92EC-24C32A08FFC5}" srcOrd="0" destOrd="0" presId="urn:microsoft.com/office/officeart/2005/8/layout/process3"/>
    <dgm:cxn modelId="{81349CDB-6878-471D-A70B-FEC5A32D620D}" type="presParOf" srcId="{DECFAF8C-FBFF-4773-B15C-86AE284AE748}" destId="{412DACD5-157C-4514-8B82-A270F1696D85}" srcOrd="6" destOrd="0" presId="urn:microsoft.com/office/officeart/2005/8/layout/process3"/>
    <dgm:cxn modelId="{A3B03628-A3C1-4D21-916B-272504126261}" type="presParOf" srcId="{412DACD5-157C-4514-8B82-A270F1696D85}" destId="{24B08ACE-9B6B-4378-85C6-85A346E3E378}" srcOrd="0" destOrd="0" presId="urn:microsoft.com/office/officeart/2005/8/layout/process3"/>
    <dgm:cxn modelId="{E0FDDEA8-C23D-4CC4-B725-C23F95619C0A}" type="presParOf" srcId="{412DACD5-157C-4514-8B82-A270F1696D85}" destId="{4D8BC291-A6BE-4FAD-8EF2-D140876EA218}" srcOrd="1" destOrd="0" presId="urn:microsoft.com/office/officeart/2005/8/layout/process3"/>
    <dgm:cxn modelId="{EAC347FF-C7C5-44DB-B964-D1786721686F}" type="presParOf" srcId="{412DACD5-157C-4514-8B82-A270F1696D85}" destId="{CF395575-F68F-432E-850A-F7D9C9E440D3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333E74-15F9-4E1A-BD0B-B5207B1B5C38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0CD62BA-25F6-411B-BCF1-A2CC8BC1DECE}">
      <dgm:prSet phldrT="[Text]"/>
      <dgm:spPr/>
      <dgm:t>
        <a:bodyPr/>
        <a:lstStyle/>
        <a:p>
          <a:r>
            <a:rPr lang="it-IT" dirty="0"/>
            <a:t>Acquisizione dei dati</a:t>
          </a:r>
          <a:endParaRPr lang="en-US" dirty="0"/>
        </a:p>
      </dgm:t>
    </dgm:pt>
    <dgm:pt modelId="{070D0C16-DFA7-47E2-BB9B-9DC29A9DB837}" type="parTrans" cxnId="{F27EC508-383F-4D1A-A651-D94EC169A454}">
      <dgm:prSet/>
      <dgm:spPr/>
      <dgm:t>
        <a:bodyPr/>
        <a:lstStyle/>
        <a:p>
          <a:endParaRPr lang="en-US"/>
        </a:p>
      </dgm:t>
    </dgm:pt>
    <dgm:pt modelId="{3B905E05-7835-4EEC-850C-F989C8621605}" type="sibTrans" cxnId="{F27EC508-383F-4D1A-A651-D94EC169A454}">
      <dgm:prSet/>
      <dgm:spPr/>
      <dgm:t>
        <a:bodyPr/>
        <a:lstStyle/>
        <a:p>
          <a:endParaRPr lang="en-US"/>
        </a:p>
      </dgm:t>
    </dgm:pt>
    <dgm:pt modelId="{F14DB788-A470-4076-82F5-1EA5FA93D669}">
      <dgm:prSet phldrT="[Text]" custT="1"/>
      <dgm:spPr/>
      <dgm:t>
        <a:bodyPr/>
        <a:lstStyle/>
        <a:p>
          <a:r>
            <a:rPr lang="it-IT" sz="2000" dirty="0"/>
            <a:t> IPFS – architettura decentralizzata di gestione dati</a:t>
          </a:r>
          <a:endParaRPr lang="en-US" sz="2000" dirty="0"/>
        </a:p>
      </dgm:t>
    </dgm:pt>
    <dgm:pt modelId="{B7590523-5C81-416C-8204-6B91AEC05983}" type="parTrans" cxnId="{DB5D355A-5A02-4751-9DC4-FD685CA735C1}">
      <dgm:prSet/>
      <dgm:spPr/>
      <dgm:t>
        <a:bodyPr/>
        <a:lstStyle/>
        <a:p>
          <a:endParaRPr lang="en-US"/>
        </a:p>
      </dgm:t>
    </dgm:pt>
    <dgm:pt modelId="{6D87513A-2F29-4E1E-8CBE-283FF228DAEC}" type="sibTrans" cxnId="{DB5D355A-5A02-4751-9DC4-FD685CA735C1}">
      <dgm:prSet/>
      <dgm:spPr/>
      <dgm:t>
        <a:bodyPr/>
        <a:lstStyle/>
        <a:p>
          <a:endParaRPr lang="en-US"/>
        </a:p>
      </dgm:t>
    </dgm:pt>
    <dgm:pt modelId="{2BFE5B8E-25CE-428B-95F9-D9EE04A582AB}">
      <dgm:prSet phldrT="[Text]" phldr="0"/>
      <dgm:spPr/>
      <dgm:t>
        <a:bodyPr/>
        <a:lstStyle/>
        <a:p>
          <a:r>
            <a:rPr lang="it-IT"/>
            <a:t>Processamento dei dati</a:t>
          </a:r>
          <a:endParaRPr lang="en-US"/>
        </a:p>
      </dgm:t>
    </dgm:pt>
    <dgm:pt modelId="{3807292E-4377-44C0-85FF-EDEE18FE1B6C}" type="parTrans" cxnId="{D8AC1359-C14E-408D-8341-6295AC907822}">
      <dgm:prSet/>
      <dgm:spPr/>
      <dgm:t>
        <a:bodyPr/>
        <a:lstStyle/>
        <a:p>
          <a:endParaRPr lang="en-US"/>
        </a:p>
      </dgm:t>
    </dgm:pt>
    <dgm:pt modelId="{30619D9C-24B0-4B12-BC93-3086191C809D}" type="sibTrans" cxnId="{D8AC1359-C14E-408D-8341-6295AC907822}">
      <dgm:prSet/>
      <dgm:spPr/>
      <dgm:t>
        <a:bodyPr/>
        <a:lstStyle/>
        <a:p>
          <a:endParaRPr lang="en-US"/>
        </a:p>
      </dgm:t>
    </dgm:pt>
    <dgm:pt modelId="{B283659C-7426-4978-85AA-5E1033B20EB4}">
      <dgm:prSet phldrT="[Text]" phldr="0" custT="1"/>
      <dgm:spPr/>
      <dgm:t>
        <a:bodyPr/>
        <a:lstStyle/>
        <a:p>
          <a:r>
            <a:rPr lang="it-IT" sz="2000" dirty="0"/>
            <a:t> </a:t>
          </a:r>
          <a:r>
            <a:rPr lang="it-IT" sz="2000" dirty="0" err="1"/>
            <a:t>Verifiable</a:t>
          </a:r>
          <a:r>
            <a:rPr lang="it-IT" sz="2000" dirty="0"/>
            <a:t> </a:t>
          </a:r>
          <a:r>
            <a:rPr lang="it-IT" sz="2000" dirty="0" err="1"/>
            <a:t>Computation</a:t>
          </a:r>
          <a:endParaRPr lang="en-US" sz="2000" dirty="0"/>
        </a:p>
      </dgm:t>
    </dgm:pt>
    <dgm:pt modelId="{8266E2AD-0934-4849-9FD8-9B43BACA5FBC}" type="parTrans" cxnId="{7285D6CD-FF12-44DA-9EB8-CF9DE608374A}">
      <dgm:prSet/>
      <dgm:spPr/>
      <dgm:t>
        <a:bodyPr/>
        <a:lstStyle/>
        <a:p>
          <a:endParaRPr lang="en-US"/>
        </a:p>
      </dgm:t>
    </dgm:pt>
    <dgm:pt modelId="{464FF006-9843-4FDE-B2E0-E0FACC5BD424}" type="sibTrans" cxnId="{7285D6CD-FF12-44DA-9EB8-CF9DE608374A}">
      <dgm:prSet/>
      <dgm:spPr/>
      <dgm:t>
        <a:bodyPr/>
        <a:lstStyle/>
        <a:p>
          <a:endParaRPr lang="en-US"/>
        </a:p>
      </dgm:t>
    </dgm:pt>
    <dgm:pt modelId="{833A7341-BDB6-4CE4-9242-8EDB1E25E5AD}">
      <dgm:prSet phldrT="[Text]" phldr="0"/>
      <dgm:spPr/>
      <dgm:t>
        <a:bodyPr/>
        <a:lstStyle/>
        <a:p>
          <a:r>
            <a:rPr lang="it-IT"/>
            <a:t>Interpretazione dei risultati</a:t>
          </a:r>
          <a:endParaRPr lang="en-US"/>
        </a:p>
      </dgm:t>
    </dgm:pt>
    <dgm:pt modelId="{F163B81C-5CA0-420E-8A87-24A660F7B765}" type="parTrans" cxnId="{77E3E10D-ABCB-49FD-BDE0-292C0FBFA9B3}">
      <dgm:prSet/>
      <dgm:spPr/>
      <dgm:t>
        <a:bodyPr/>
        <a:lstStyle/>
        <a:p>
          <a:endParaRPr lang="en-US"/>
        </a:p>
      </dgm:t>
    </dgm:pt>
    <dgm:pt modelId="{698E26F1-54C2-4842-9347-0C0C84C580BE}" type="sibTrans" cxnId="{77E3E10D-ABCB-49FD-BDE0-292C0FBFA9B3}">
      <dgm:prSet/>
      <dgm:spPr/>
      <dgm:t>
        <a:bodyPr/>
        <a:lstStyle/>
        <a:p>
          <a:endParaRPr lang="en-US"/>
        </a:p>
      </dgm:t>
    </dgm:pt>
    <dgm:pt modelId="{373F05B8-718B-4BAB-AE75-DCCC692529B7}">
      <dgm:prSet phldrT="[Text]" phldr="0" custT="1"/>
      <dgm:spPr/>
      <dgm:t>
        <a:bodyPr/>
        <a:lstStyle/>
        <a:p>
          <a:r>
            <a:rPr lang="it-IT" sz="2000" dirty="0"/>
            <a:t>Smart </a:t>
          </a:r>
          <a:r>
            <a:rPr lang="it-IT" sz="2000" dirty="0" err="1"/>
            <a:t>Contract</a:t>
          </a:r>
          <a:r>
            <a:rPr lang="it-IT" sz="2000" dirty="0"/>
            <a:t> su Blockchain</a:t>
          </a:r>
          <a:endParaRPr lang="en-US" sz="2000" dirty="0"/>
        </a:p>
      </dgm:t>
    </dgm:pt>
    <dgm:pt modelId="{283CDF7F-6168-4CE1-830F-5DABABDDFEBD}" type="parTrans" cxnId="{8BF09389-02FF-4D47-97A8-477CCF9FC3E6}">
      <dgm:prSet/>
      <dgm:spPr/>
      <dgm:t>
        <a:bodyPr/>
        <a:lstStyle/>
        <a:p>
          <a:endParaRPr lang="en-US"/>
        </a:p>
      </dgm:t>
    </dgm:pt>
    <dgm:pt modelId="{2ADCAC5A-DDFA-400E-BE38-67D32FA15138}" type="sibTrans" cxnId="{8BF09389-02FF-4D47-97A8-477CCF9FC3E6}">
      <dgm:prSet/>
      <dgm:spPr/>
      <dgm:t>
        <a:bodyPr/>
        <a:lstStyle/>
        <a:p>
          <a:endParaRPr lang="en-US"/>
        </a:p>
      </dgm:t>
    </dgm:pt>
    <dgm:pt modelId="{2E50FBDD-FC46-43D0-AF52-29B7FBA66BB9}" type="pres">
      <dgm:prSet presAssocID="{BD333E74-15F9-4E1A-BD0B-B5207B1B5C38}" presName="Name0" presStyleCnt="0">
        <dgm:presLayoutVars>
          <dgm:dir/>
          <dgm:animLvl val="lvl"/>
          <dgm:resizeHandles val="exact"/>
        </dgm:presLayoutVars>
      </dgm:prSet>
      <dgm:spPr/>
    </dgm:pt>
    <dgm:pt modelId="{46B72E04-BB80-4B5D-BA0C-FA087D885644}" type="pres">
      <dgm:prSet presAssocID="{90CD62BA-25F6-411B-BCF1-A2CC8BC1DECE}" presName="composite" presStyleCnt="0"/>
      <dgm:spPr/>
    </dgm:pt>
    <dgm:pt modelId="{2DC5D64C-1937-4C5B-974B-6D56FF18B228}" type="pres">
      <dgm:prSet presAssocID="{90CD62BA-25F6-411B-BCF1-A2CC8BC1DEC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69B55DD-61C9-41A7-BD93-DB9A9D6DA66B}" type="pres">
      <dgm:prSet presAssocID="{90CD62BA-25F6-411B-BCF1-A2CC8BC1DECE}" presName="desTx" presStyleLbl="alignAccFollowNode1" presStyleIdx="0" presStyleCnt="3">
        <dgm:presLayoutVars>
          <dgm:bulletEnabled val="1"/>
        </dgm:presLayoutVars>
      </dgm:prSet>
      <dgm:spPr/>
    </dgm:pt>
    <dgm:pt modelId="{52186551-0916-403C-9131-4724B22807A7}" type="pres">
      <dgm:prSet presAssocID="{3B905E05-7835-4EEC-850C-F989C8621605}" presName="space" presStyleCnt="0"/>
      <dgm:spPr/>
    </dgm:pt>
    <dgm:pt modelId="{4E2AF180-43B7-4A2C-9DD5-5A856720B4CE}" type="pres">
      <dgm:prSet presAssocID="{2BFE5B8E-25CE-428B-95F9-D9EE04A582AB}" presName="composite" presStyleCnt="0"/>
      <dgm:spPr/>
    </dgm:pt>
    <dgm:pt modelId="{B5CDA1F0-1CBC-4C0B-9204-EE1ABC17E0A3}" type="pres">
      <dgm:prSet presAssocID="{2BFE5B8E-25CE-428B-95F9-D9EE04A582A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353F7B9-B30E-44A5-9E49-0D8E1ADDA3BA}" type="pres">
      <dgm:prSet presAssocID="{2BFE5B8E-25CE-428B-95F9-D9EE04A582AB}" presName="desTx" presStyleLbl="alignAccFollowNode1" presStyleIdx="1" presStyleCnt="3">
        <dgm:presLayoutVars>
          <dgm:bulletEnabled val="1"/>
        </dgm:presLayoutVars>
      </dgm:prSet>
      <dgm:spPr/>
    </dgm:pt>
    <dgm:pt modelId="{024B4D8B-D8EC-4706-9010-4500814F1B51}" type="pres">
      <dgm:prSet presAssocID="{30619D9C-24B0-4B12-BC93-3086191C809D}" presName="space" presStyleCnt="0"/>
      <dgm:spPr/>
    </dgm:pt>
    <dgm:pt modelId="{C26FA398-92C5-458D-AF93-AF7B5593CB19}" type="pres">
      <dgm:prSet presAssocID="{833A7341-BDB6-4CE4-9242-8EDB1E25E5AD}" presName="composite" presStyleCnt="0"/>
      <dgm:spPr/>
    </dgm:pt>
    <dgm:pt modelId="{114F9546-D791-4B93-BE6C-0CB58385D791}" type="pres">
      <dgm:prSet presAssocID="{833A7341-BDB6-4CE4-9242-8EDB1E25E5A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6DF1984-76C6-491F-BF4E-7053187DE139}" type="pres">
      <dgm:prSet presAssocID="{833A7341-BDB6-4CE4-9242-8EDB1E25E5A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27EC508-383F-4D1A-A651-D94EC169A454}" srcId="{BD333E74-15F9-4E1A-BD0B-B5207B1B5C38}" destId="{90CD62BA-25F6-411B-BCF1-A2CC8BC1DECE}" srcOrd="0" destOrd="0" parTransId="{070D0C16-DFA7-47E2-BB9B-9DC29A9DB837}" sibTransId="{3B905E05-7835-4EEC-850C-F989C8621605}"/>
    <dgm:cxn modelId="{77E3E10D-ABCB-49FD-BDE0-292C0FBFA9B3}" srcId="{BD333E74-15F9-4E1A-BD0B-B5207B1B5C38}" destId="{833A7341-BDB6-4CE4-9242-8EDB1E25E5AD}" srcOrd="2" destOrd="0" parTransId="{F163B81C-5CA0-420E-8A87-24A660F7B765}" sibTransId="{698E26F1-54C2-4842-9347-0C0C84C580BE}"/>
    <dgm:cxn modelId="{82673630-3F2C-4AB9-8108-C3C0874CADD5}" type="presOf" srcId="{90CD62BA-25F6-411B-BCF1-A2CC8BC1DECE}" destId="{2DC5D64C-1937-4C5B-974B-6D56FF18B228}" srcOrd="0" destOrd="0" presId="urn:microsoft.com/office/officeart/2005/8/layout/hList1"/>
    <dgm:cxn modelId="{B16D7749-2893-4420-AC99-49FA8F8F736C}" type="presOf" srcId="{F14DB788-A470-4076-82F5-1EA5FA93D669}" destId="{669B55DD-61C9-41A7-BD93-DB9A9D6DA66B}" srcOrd="0" destOrd="0" presId="urn:microsoft.com/office/officeart/2005/8/layout/hList1"/>
    <dgm:cxn modelId="{D8AC1359-C14E-408D-8341-6295AC907822}" srcId="{BD333E74-15F9-4E1A-BD0B-B5207B1B5C38}" destId="{2BFE5B8E-25CE-428B-95F9-D9EE04A582AB}" srcOrd="1" destOrd="0" parTransId="{3807292E-4377-44C0-85FF-EDEE18FE1B6C}" sibTransId="{30619D9C-24B0-4B12-BC93-3086191C809D}"/>
    <dgm:cxn modelId="{6E27305A-FE25-4367-A01F-EF70375905F2}" type="presOf" srcId="{B283659C-7426-4978-85AA-5E1033B20EB4}" destId="{A353F7B9-B30E-44A5-9E49-0D8E1ADDA3BA}" srcOrd="0" destOrd="0" presId="urn:microsoft.com/office/officeart/2005/8/layout/hList1"/>
    <dgm:cxn modelId="{DB5D355A-5A02-4751-9DC4-FD685CA735C1}" srcId="{90CD62BA-25F6-411B-BCF1-A2CC8BC1DECE}" destId="{F14DB788-A470-4076-82F5-1EA5FA93D669}" srcOrd="0" destOrd="0" parTransId="{B7590523-5C81-416C-8204-6B91AEC05983}" sibTransId="{6D87513A-2F29-4E1E-8CBE-283FF228DAEC}"/>
    <dgm:cxn modelId="{8BF09389-02FF-4D47-97A8-477CCF9FC3E6}" srcId="{833A7341-BDB6-4CE4-9242-8EDB1E25E5AD}" destId="{373F05B8-718B-4BAB-AE75-DCCC692529B7}" srcOrd="0" destOrd="0" parTransId="{283CDF7F-6168-4CE1-830F-5DABABDDFEBD}" sibTransId="{2ADCAC5A-DDFA-400E-BE38-67D32FA15138}"/>
    <dgm:cxn modelId="{D813B78D-01F7-4D43-A93C-508C29883065}" type="presOf" srcId="{373F05B8-718B-4BAB-AE75-DCCC692529B7}" destId="{D6DF1984-76C6-491F-BF4E-7053187DE139}" srcOrd="0" destOrd="0" presId="urn:microsoft.com/office/officeart/2005/8/layout/hList1"/>
    <dgm:cxn modelId="{D214C69E-E0F5-427D-B3A7-D53D91B16E1B}" type="presOf" srcId="{BD333E74-15F9-4E1A-BD0B-B5207B1B5C38}" destId="{2E50FBDD-FC46-43D0-AF52-29B7FBA66BB9}" srcOrd="0" destOrd="0" presId="urn:microsoft.com/office/officeart/2005/8/layout/hList1"/>
    <dgm:cxn modelId="{D5AF0BAD-1E88-4D19-ADAD-88EADF105A94}" type="presOf" srcId="{2BFE5B8E-25CE-428B-95F9-D9EE04A582AB}" destId="{B5CDA1F0-1CBC-4C0B-9204-EE1ABC17E0A3}" srcOrd="0" destOrd="0" presId="urn:microsoft.com/office/officeart/2005/8/layout/hList1"/>
    <dgm:cxn modelId="{7FA911B6-B388-4661-8CB2-E6611ED04A76}" type="presOf" srcId="{833A7341-BDB6-4CE4-9242-8EDB1E25E5AD}" destId="{114F9546-D791-4B93-BE6C-0CB58385D791}" srcOrd="0" destOrd="0" presId="urn:microsoft.com/office/officeart/2005/8/layout/hList1"/>
    <dgm:cxn modelId="{7285D6CD-FF12-44DA-9EB8-CF9DE608374A}" srcId="{2BFE5B8E-25CE-428B-95F9-D9EE04A582AB}" destId="{B283659C-7426-4978-85AA-5E1033B20EB4}" srcOrd="0" destOrd="0" parTransId="{8266E2AD-0934-4849-9FD8-9B43BACA5FBC}" sibTransId="{464FF006-9843-4FDE-B2E0-E0FACC5BD424}"/>
    <dgm:cxn modelId="{B4B7F840-E057-4162-97BC-37638D1D2ED0}" type="presParOf" srcId="{2E50FBDD-FC46-43D0-AF52-29B7FBA66BB9}" destId="{46B72E04-BB80-4B5D-BA0C-FA087D885644}" srcOrd="0" destOrd="0" presId="urn:microsoft.com/office/officeart/2005/8/layout/hList1"/>
    <dgm:cxn modelId="{FE0BCDF7-C8A0-4EA5-B9E8-376132952EFB}" type="presParOf" srcId="{46B72E04-BB80-4B5D-BA0C-FA087D885644}" destId="{2DC5D64C-1937-4C5B-974B-6D56FF18B228}" srcOrd="0" destOrd="0" presId="urn:microsoft.com/office/officeart/2005/8/layout/hList1"/>
    <dgm:cxn modelId="{4976CD3E-E45B-45B7-8D76-9E883FAA1BC3}" type="presParOf" srcId="{46B72E04-BB80-4B5D-BA0C-FA087D885644}" destId="{669B55DD-61C9-41A7-BD93-DB9A9D6DA66B}" srcOrd="1" destOrd="0" presId="urn:microsoft.com/office/officeart/2005/8/layout/hList1"/>
    <dgm:cxn modelId="{D46A85FA-5C59-444F-AF99-1C2CDB6E0A72}" type="presParOf" srcId="{2E50FBDD-FC46-43D0-AF52-29B7FBA66BB9}" destId="{52186551-0916-403C-9131-4724B22807A7}" srcOrd="1" destOrd="0" presId="urn:microsoft.com/office/officeart/2005/8/layout/hList1"/>
    <dgm:cxn modelId="{63A1D04A-536A-48A2-A3DA-E565A293A391}" type="presParOf" srcId="{2E50FBDD-FC46-43D0-AF52-29B7FBA66BB9}" destId="{4E2AF180-43B7-4A2C-9DD5-5A856720B4CE}" srcOrd="2" destOrd="0" presId="urn:microsoft.com/office/officeart/2005/8/layout/hList1"/>
    <dgm:cxn modelId="{8AD34405-17CB-4F12-9A9A-8433666D91E7}" type="presParOf" srcId="{4E2AF180-43B7-4A2C-9DD5-5A856720B4CE}" destId="{B5CDA1F0-1CBC-4C0B-9204-EE1ABC17E0A3}" srcOrd="0" destOrd="0" presId="urn:microsoft.com/office/officeart/2005/8/layout/hList1"/>
    <dgm:cxn modelId="{EF045406-E965-4242-9056-A11ECBFFCBCA}" type="presParOf" srcId="{4E2AF180-43B7-4A2C-9DD5-5A856720B4CE}" destId="{A353F7B9-B30E-44A5-9E49-0D8E1ADDA3BA}" srcOrd="1" destOrd="0" presId="urn:microsoft.com/office/officeart/2005/8/layout/hList1"/>
    <dgm:cxn modelId="{86F01A12-96D9-487F-879B-28574C242A95}" type="presParOf" srcId="{2E50FBDD-FC46-43D0-AF52-29B7FBA66BB9}" destId="{024B4D8B-D8EC-4706-9010-4500814F1B51}" srcOrd="3" destOrd="0" presId="urn:microsoft.com/office/officeart/2005/8/layout/hList1"/>
    <dgm:cxn modelId="{3C676BB6-9488-49C2-9358-D195E2ECE020}" type="presParOf" srcId="{2E50FBDD-FC46-43D0-AF52-29B7FBA66BB9}" destId="{C26FA398-92C5-458D-AF93-AF7B5593CB19}" srcOrd="4" destOrd="0" presId="urn:microsoft.com/office/officeart/2005/8/layout/hList1"/>
    <dgm:cxn modelId="{D7363D55-3F2D-4149-8142-0B31D8F41246}" type="presParOf" srcId="{C26FA398-92C5-458D-AF93-AF7B5593CB19}" destId="{114F9546-D791-4B93-BE6C-0CB58385D791}" srcOrd="0" destOrd="0" presId="urn:microsoft.com/office/officeart/2005/8/layout/hList1"/>
    <dgm:cxn modelId="{736A6847-4464-4A38-ABB3-02A529A81A8E}" type="presParOf" srcId="{C26FA398-92C5-458D-AF93-AF7B5593CB19}" destId="{D6DF1984-76C6-491F-BF4E-7053187DE13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483EAB-D72B-4744-B423-BD564EF29D59}">
      <dsp:nvSpPr>
        <dsp:cNvPr id="0" name=""/>
        <dsp:cNvSpPr/>
      </dsp:nvSpPr>
      <dsp:spPr>
        <a:xfrm>
          <a:off x="0" y="27930"/>
          <a:ext cx="6900512" cy="973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Ispezioni visive con frequenza fissa</a:t>
          </a:r>
          <a:endParaRPr lang="en-US" sz="2000" kern="1200" dirty="0"/>
        </a:p>
      </dsp:txBody>
      <dsp:txXfrm>
        <a:off x="47519" y="75449"/>
        <a:ext cx="6805474" cy="878402"/>
      </dsp:txXfrm>
    </dsp:sp>
    <dsp:sp modelId="{496E882F-8683-4661-8992-199B25F0A1F2}">
      <dsp:nvSpPr>
        <dsp:cNvPr id="0" name=""/>
        <dsp:cNvSpPr/>
      </dsp:nvSpPr>
      <dsp:spPr>
        <a:xfrm>
          <a:off x="0" y="1151130"/>
          <a:ext cx="6900512" cy="9734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Utilizzando strumentazione specializzata come UBIT, video camere, e droni</a:t>
          </a:r>
          <a:endParaRPr lang="en-US" sz="2000" kern="1200" dirty="0"/>
        </a:p>
      </dsp:txBody>
      <dsp:txXfrm>
        <a:off x="47519" y="1198649"/>
        <a:ext cx="6805474" cy="878402"/>
      </dsp:txXfrm>
    </dsp:sp>
    <dsp:sp modelId="{A5D91F9C-C54A-49FF-81D8-4613C6906013}">
      <dsp:nvSpPr>
        <dsp:cNvPr id="0" name=""/>
        <dsp:cNvSpPr/>
      </dsp:nvSpPr>
      <dsp:spPr>
        <a:xfrm>
          <a:off x="0" y="2274330"/>
          <a:ext cx="6900512" cy="9734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Svantaggi:</a:t>
          </a:r>
          <a:endParaRPr lang="en-US" sz="2000" kern="1200" dirty="0"/>
        </a:p>
      </dsp:txBody>
      <dsp:txXfrm>
        <a:off x="47519" y="2321849"/>
        <a:ext cx="6805474" cy="878402"/>
      </dsp:txXfrm>
    </dsp:sp>
    <dsp:sp modelId="{F2203C6E-3580-482B-8D9D-013A8CB0BE15}">
      <dsp:nvSpPr>
        <dsp:cNvPr id="0" name=""/>
        <dsp:cNvSpPr/>
      </dsp:nvSpPr>
      <dsp:spPr>
        <a:xfrm>
          <a:off x="0" y="3247770"/>
          <a:ext cx="6900512" cy="2260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5400" rIns="142240" bIns="2540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9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000" kern="1200" dirty="0"/>
            <a:t>Accessibilità limitata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000" kern="1200" dirty="0"/>
            <a:t>Costo elevato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000" kern="1200" dirty="0"/>
            <a:t>Soggettività dell’ispettore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000" kern="1200" dirty="0"/>
            <a:t>Approccio reattivo</a:t>
          </a:r>
          <a:br>
            <a:rPr lang="it-IT" sz="2900" kern="1200" dirty="0"/>
          </a:br>
          <a:endParaRPr lang="en-US" sz="2900" kern="1200" dirty="0"/>
        </a:p>
      </dsp:txBody>
      <dsp:txXfrm>
        <a:off x="0" y="3247770"/>
        <a:ext cx="6900512" cy="2260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7CDB2-F3A6-46DA-ABC6-690B0CDCF48B}">
      <dsp:nvSpPr>
        <dsp:cNvPr id="0" name=""/>
        <dsp:cNvSpPr/>
      </dsp:nvSpPr>
      <dsp:spPr>
        <a:xfrm>
          <a:off x="1545" y="2316445"/>
          <a:ext cx="1941788" cy="9388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Acquisizione dei dati</a:t>
          </a:r>
          <a:endParaRPr lang="en-US" sz="1600" kern="1200" dirty="0"/>
        </a:p>
      </dsp:txBody>
      <dsp:txXfrm>
        <a:off x="1545" y="2316445"/>
        <a:ext cx="1941788" cy="625902"/>
      </dsp:txXfrm>
    </dsp:sp>
    <dsp:sp modelId="{8B772FFF-FE8B-4BC9-8A37-A3F44C78E0EC}">
      <dsp:nvSpPr>
        <dsp:cNvPr id="0" name=""/>
        <dsp:cNvSpPr/>
      </dsp:nvSpPr>
      <dsp:spPr>
        <a:xfrm>
          <a:off x="399261" y="2942348"/>
          <a:ext cx="1941788" cy="1169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 Misurazioni effettuate dai sensori disposti sull’infrastruttura</a:t>
          </a:r>
          <a:endParaRPr lang="en-US" sz="1500" kern="1200" dirty="0"/>
        </a:p>
      </dsp:txBody>
      <dsp:txXfrm>
        <a:off x="433513" y="2976600"/>
        <a:ext cx="1873284" cy="1100933"/>
      </dsp:txXfrm>
    </dsp:sp>
    <dsp:sp modelId="{F757BD07-D6A1-48CF-AA0C-F6C83FEFC833}">
      <dsp:nvSpPr>
        <dsp:cNvPr id="0" name=""/>
        <dsp:cNvSpPr/>
      </dsp:nvSpPr>
      <dsp:spPr>
        <a:xfrm>
          <a:off x="2237702" y="2387672"/>
          <a:ext cx="624060" cy="483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37702" y="2484362"/>
        <a:ext cx="479025" cy="290069"/>
      </dsp:txXfrm>
    </dsp:sp>
    <dsp:sp modelId="{DA595300-D19B-4232-830B-9F55BB415973}">
      <dsp:nvSpPr>
        <dsp:cNvPr id="0" name=""/>
        <dsp:cNvSpPr/>
      </dsp:nvSpPr>
      <dsp:spPr>
        <a:xfrm>
          <a:off x="3120806" y="2316445"/>
          <a:ext cx="1941788" cy="938853"/>
        </a:xfrm>
        <a:prstGeom prst="roundRect">
          <a:avLst>
            <a:gd name="adj" fmla="val 10000"/>
          </a:avLst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Processamento dei dati</a:t>
          </a:r>
          <a:endParaRPr lang="en-US" sz="1500" kern="1200" dirty="0"/>
        </a:p>
      </dsp:txBody>
      <dsp:txXfrm>
        <a:off x="3120806" y="2316445"/>
        <a:ext cx="1941788" cy="625902"/>
      </dsp:txXfrm>
    </dsp:sp>
    <dsp:sp modelId="{64952A5C-77C7-4129-AD5D-23539145C4C2}">
      <dsp:nvSpPr>
        <dsp:cNvPr id="0" name=""/>
        <dsp:cNvSpPr/>
      </dsp:nvSpPr>
      <dsp:spPr>
        <a:xfrm>
          <a:off x="3518522" y="2942348"/>
          <a:ext cx="1941788" cy="1169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 Algoritmi di filtraggio che eliminano rumore e vibrazioni</a:t>
          </a:r>
          <a:endParaRPr lang="en-US" sz="1500" kern="1200" dirty="0"/>
        </a:p>
      </dsp:txBody>
      <dsp:txXfrm>
        <a:off x="3552774" y="2976600"/>
        <a:ext cx="1873284" cy="1100933"/>
      </dsp:txXfrm>
    </dsp:sp>
    <dsp:sp modelId="{FB60EBB4-95CA-4071-BA25-3DF01CB34646}">
      <dsp:nvSpPr>
        <dsp:cNvPr id="0" name=""/>
        <dsp:cNvSpPr/>
      </dsp:nvSpPr>
      <dsp:spPr>
        <a:xfrm>
          <a:off x="5356963" y="2387672"/>
          <a:ext cx="624060" cy="483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356963" y="2484362"/>
        <a:ext cx="479025" cy="290069"/>
      </dsp:txXfrm>
    </dsp:sp>
    <dsp:sp modelId="{01F1107E-EA49-410F-A65C-D0E0FFD31BE2}">
      <dsp:nvSpPr>
        <dsp:cNvPr id="0" name=""/>
        <dsp:cNvSpPr/>
      </dsp:nvSpPr>
      <dsp:spPr>
        <a:xfrm>
          <a:off x="6240068" y="2316445"/>
          <a:ext cx="1941788" cy="938853"/>
        </a:xfrm>
        <a:prstGeom prst="roundRect">
          <a:avLst>
            <a:gd name="adj" fmla="val 10000"/>
          </a:avLst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Interpretazione dei risultati</a:t>
          </a:r>
          <a:endParaRPr lang="en-US" sz="1500" kern="1200" dirty="0"/>
        </a:p>
      </dsp:txBody>
      <dsp:txXfrm>
        <a:off x="6240068" y="2316445"/>
        <a:ext cx="1941788" cy="625902"/>
      </dsp:txXfrm>
    </dsp:sp>
    <dsp:sp modelId="{EE5FA16A-2558-4770-A492-31BB5FDC416D}">
      <dsp:nvSpPr>
        <dsp:cNvPr id="0" name=""/>
        <dsp:cNvSpPr/>
      </dsp:nvSpPr>
      <dsp:spPr>
        <a:xfrm>
          <a:off x="6637784" y="2942348"/>
          <a:ext cx="1941788" cy="1169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 Calcolo del </a:t>
          </a:r>
          <a:r>
            <a:rPr lang="it-IT" sz="1500" kern="1200" dirty="0" err="1"/>
            <a:t>Damage</a:t>
          </a:r>
          <a:r>
            <a:rPr lang="it-IT" sz="1500" kern="1200" dirty="0"/>
            <a:t> Index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Localizzazione del danno</a:t>
          </a:r>
          <a:endParaRPr lang="en-US" sz="1500" kern="1200" dirty="0"/>
        </a:p>
      </dsp:txBody>
      <dsp:txXfrm>
        <a:off x="6672036" y="2976600"/>
        <a:ext cx="1873284" cy="1100933"/>
      </dsp:txXfrm>
    </dsp:sp>
    <dsp:sp modelId="{7E9690B5-D4DA-4100-906E-5503F5C44E3B}">
      <dsp:nvSpPr>
        <dsp:cNvPr id="0" name=""/>
        <dsp:cNvSpPr/>
      </dsp:nvSpPr>
      <dsp:spPr>
        <a:xfrm>
          <a:off x="8476225" y="2387672"/>
          <a:ext cx="624060" cy="483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8476225" y="2484362"/>
        <a:ext cx="479025" cy="290069"/>
      </dsp:txXfrm>
    </dsp:sp>
    <dsp:sp modelId="{4D8BC291-A6BE-4FAD-8EF2-D140876EA218}">
      <dsp:nvSpPr>
        <dsp:cNvPr id="0" name=""/>
        <dsp:cNvSpPr/>
      </dsp:nvSpPr>
      <dsp:spPr>
        <a:xfrm>
          <a:off x="9359330" y="2316445"/>
          <a:ext cx="1941788" cy="938853"/>
        </a:xfrm>
        <a:prstGeom prst="roundRect">
          <a:avLst>
            <a:gd name="adj" fmla="val 10000"/>
          </a:avLst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Decisione</a:t>
          </a:r>
          <a:endParaRPr lang="en-US" sz="1500" kern="1200" dirty="0"/>
        </a:p>
      </dsp:txBody>
      <dsp:txXfrm>
        <a:off x="9359330" y="2316445"/>
        <a:ext cx="1941788" cy="625902"/>
      </dsp:txXfrm>
    </dsp:sp>
    <dsp:sp modelId="{CF395575-F68F-432E-850A-F7D9C9E440D3}">
      <dsp:nvSpPr>
        <dsp:cNvPr id="0" name=""/>
        <dsp:cNvSpPr/>
      </dsp:nvSpPr>
      <dsp:spPr>
        <a:xfrm>
          <a:off x="9757045" y="2942348"/>
          <a:ext cx="1941788" cy="1169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 Programmazione di interventi e manutenzione</a:t>
          </a:r>
          <a:endParaRPr lang="en-US" sz="1500" kern="1200" dirty="0"/>
        </a:p>
      </dsp:txBody>
      <dsp:txXfrm>
        <a:off x="9791297" y="2976600"/>
        <a:ext cx="1873284" cy="11009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5D64C-1937-4C5B-974B-6D56FF18B228}">
      <dsp:nvSpPr>
        <dsp:cNvPr id="0" name=""/>
        <dsp:cNvSpPr/>
      </dsp:nvSpPr>
      <dsp:spPr>
        <a:xfrm>
          <a:off x="3286" y="933690"/>
          <a:ext cx="3203971" cy="11236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 dirty="0"/>
            <a:t>Acquisizione dei dati</a:t>
          </a:r>
          <a:endParaRPr lang="en-US" sz="3100" kern="1200" dirty="0"/>
        </a:p>
      </dsp:txBody>
      <dsp:txXfrm>
        <a:off x="3286" y="933690"/>
        <a:ext cx="3203971" cy="1123643"/>
      </dsp:txXfrm>
    </dsp:sp>
    <dsp:sp modelId="{669B55DD-61C9-41A7-BD93-DB9A9D6DA66B}">
      <dsp:nvSpPr>
        <dsp:cNvPr id="0" name=""/>
        <dsp:cNvSpPr/>
      </dsp:nvSpPr>
      <dsp:spPr>
        <a:xfrm>
          <a:off x="3286" y="2057333"/>
          <a:ext cx="3203971" cy="13615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 dirty="0"/>
            <a:t> IPFS – architettura decentralizzata di gestione dati</a:t>
          </a:r>
          <a:endParaRPr lang="en-US" sz="2000" kern="1200" dirty="0"/>
        </a:p>
      </dsp:txBody>
      <dsp:txXfrm>
        <a:off x="3286" y="2057333"/>
        <a:ext cx="3203971" cy="1361520"/>
      </dsp:txXfrm>
    </dsp:sp>
    <dsp:sp modelId="{B5CDA1F0-1CBC-4C0B-9204-EE1ABC17E0A3}">
      <dsp:nvSpPr>
        <dsp:cNvPr id="0" name=""/>
        <dsp:cNvSpPr/>
      </dsp:nvSpPr>
      <dsp:spPr>
        <a:xfrm>
          <a:off x="3655814" y="933690"/>
          <a:ext cx="3203971" cy="1123643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/>
            <a:t>Processamento dei dati</a:t>
          </a:r>
          <a:endParaRPr lang="en-US" sz="3100" kern="1200"/>
        </a:p>
      </dsp:txBody>
      <dsp:txXfrm>
        <a:off x="3655814" y="933690"/>
        <a:ext cx="3203971" cy="1123643"/>
      </dsp:txXfrm>
    </dsp:sp>
    <dsp:sp modelId="{A353F7B9-B30E-44A5-9E49-0D8E1ADDA3BA}">
      <dsp:nvSpPr>
        <dsp:cNvPr id="0" name=""/>
        <dsp:cNvSpPr/>
      </dsp:nvSpPr>
      <dsp:spPr>
        <a:xfrm>
          <a:off x="3655814" y="2057333"/>
          <a:ext cx="3203971" cy="1361520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 dirty="0"/>
            <a:t> </a:t>
          </a:r>
          <a:r>
            <a:rPr lang="it-IT" sz="2000" kern="1200" dirty="0" err="1"/>
            <a:t>Verifiable</a:t>
          </a:r>
          <a:r>
            <a:rPr lang="it-IT" sz="2000" kern="1200" dirty="0"/>
            <a:t> </a:t>
          </a:r>
          <a:r>
            <a:rPr lang="it-IT" sz="2000" kern="1200" dirty="0" err="1"/>
            <a:t>Computation</a:t>
          </a:r>
          <a:endParaRPr lang="en-US" sz="2000" kern="1200" dirty="0"/>
        </a:p>
      </dsp:txBody>
      <dsp:txXfrm>
        <a:off x="3655814" y="2057333"/>
        <a:ext cx="3203971" cy="1361520"/>
      </dsp:txXfrm>
    </dsp:sp>
    <dsp:sp modelId="{114F9546-D791-4B93-BE6C-0CB58385D791}">
      <dsp:nvSpPr>
        <dsp:cNvPr id="0" name=""/>
        <dsp:cNvSpPr/>
      </dsp:nvSpPr>
      <dsp:spPr>
        <a:xfrm>
          <a:off x="7308342" y="933690"/>
          <a:ext cx="3203971" cy="112364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/>
            <a:t>Interpretazione dei risultati</a:t>
          </a:r>
          <a:endParaRPr lang="en-US" sz="3100" kern="1200"/>
        </a:p>
      </dsp:txBody>
      <dsp:txXfrm>
        <a:off x="7308342" y="933690"/>
        <a:ext cx="3203971" cy="1123643"/>
      </dsp:txXfrm>
    </dsp:sp>
    <dsp:sp modelId="{D6DF1984-76C6-491F-BF4E-7053187DE139}">
      <dsp:nvSpPr>
        <dsp:cNvPr id="0" name=""/>
        <dsp:cNvSpPr/>
      </dsp:nvSpPr>
      <dsp:spPr>
        <a:xfrm>
          <a:off x="7308342" y="2057333"/>
          <a:ext cx="3203971" cy="136152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 dirty="0"/>
            <a:t>Smart </a:t>
          </a:r>
          <a:r>
            <a:rPr lang="it-IT" sz="2000" kern="1200" dirty="0" err="1"/>
            <a:t>Contract</a:t>
          </a:r>
          <a:r>
            <a:rPr lang="it-IT" sz="2000" kern="1200" dirty="0"/>
            <a:t> su Blockchain</a:t>
          </a:r>
          <a:endParaRPr lang="en-US" sz="2000" kern="1200" dirty="0"/>
        </a:p>
      </dsp:txBody>
      <dsp:txXfrm>
        <a:off x="7308342" y="2057333"/>
        <a:ext cx="3203971" cy="1361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93425-AB1E-4DE0-8F1F-23B0A151449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60B0B-FAF3-405D-97F6-B87ECB497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0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0C382-794D-A909-B4CC-CA1B85597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A37E4-6E0B-E63B-D84C-FA297A738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7EB9A-8B9F-B867-4153-5DAD3AB03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C698-6BFB-47C4-9BB2-09F4E0A8BF7E}" type="datetime1">
              <a:rPr lang="en-GB" smtClean="0"/>
              <a:t>17/03/2026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50CD8-4BD7-67E9-3512-4C0DA28EF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8CA3F-1A2C-BDB6-4052-4DA29C7D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94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D16F7-BFF5-2161-C2C4-68AF05D69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A6B9B-1936-3B5C-4010-4BB41BAFE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77B74-8D29-9F8D-F6F8-064F6F7F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20BEF-EB96-44D5-82F2-7F62BECCFBF6}" type="datetime1">
              <a:rPr lang="en-GB" smtClean="0"/>
              <a:t>17/03/2026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A55EB-F295-9AD5-38F5-6B4295E9E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420A1-5B95-00CC-4837-B05086A9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7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C7D6-CED2-C005-31E1-6DBDD86E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AB81F-6719-798B-4849-7478685FC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35C8D-98A4-F3BF-E05A-30001DE7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98B5-27D1-4FB7-A433-5B4CD9530615}" type="datetime1">
              <a:rPr lang="en-GB" smtClean="0"/>
              <a:t>17/03/2026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5D5B6-C9E0-FBE0-5001-504F5C21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A0B38-3687-A9FA-6840-E12B5E91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1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24615-9F55-3A63-B066-115D70A1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41D4D-645E-2D6F-1B49-413AE0C19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0E231-D08E-A61C-021C-0270BA0B5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521C6-9A74-54B9-0559-8E2D2280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ACB71-9AA6-448A-951A-38BCFBD05400}" type="datetime1">
              <a:rPr lang="en-GB" smtClean="0"/>
              <a:t>17/03/2026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5E9BB-C8BE-E56C-9AA4-B81D7A6E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0B833-251E-5EFE-CAE7-7C4CF324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1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7F44-FD53-2120-F177-D3D811E3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64922-0C54-B809-95AF-E0D0E822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A5E9C-5384-7F4D-E3BE-6B8E7EE0B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A2899-50D7-6927-97C3-3EA0CEB2D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F27859-677F-6AF5-701A-7E29B6240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405ED-4A84-DC4E-B9CD-BF09010C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9912A-1B0D-4E4F-9091-64FF531A0F36}" type="datetime1">
              <a:rPr lang="en-GB" smtClean="0"/>
              <a:t>17/03/2026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4BF72-2233-BA70-42EF-B7B69722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DA6A05-C3FD-2484-B2F6-4A9D20B3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5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C3EC-60EC-80D9-5175-089050DD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D2240-8F68-3494-B18F-96FBFA963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5472-A108-422D-AD89-1A36563D57A7}" type="datetime1">
              <a:rPr lang="en-GB" smtClean="0"/>
              <a:t>17/03/2026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32DC2-F6B9-B557-EC9F-616283D7C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3E42E-4D8B-3FD7-F1DB-8CD2C942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B94CE-E303-5F48-83BA-7F86FFF3A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D16B-7696-493C-9A1D-91CC6F40CB94}" type="datetime1">
              <a:rPr lang="en-GB" smtClean="0"/>
              <a:t>17/03/2026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2A728-305D-1C30-127C-4216289A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8323-FB9A-6EF0-95E8-5DE97473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2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EAFC5-4EAC-76C3-FB2D-CD537B172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44A7-D845-0C76-9F90-12E1D069B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080CE-D6C2-DD63-116A-EA736FE31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A960D-479C-E812-8A4A-9D3EA9B92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611-4366-4153-A1CE-2DC9E4912091}" type="datetime1">
              <a:rPr lang="en-GB" smtClean="0"/>
              <a:t>17/03/2026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73524-B9C3-DC81-D725-77DF1A458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E9FD5-5019-F518-1A4B-1F4CA56D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9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41342-A744-95B4-86C3-6A4B51A6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F2354D-884A-0690-0190-9FAF3FE3E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C79A4-81FE-0ECA-0D96-0FDF8DF03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51194-65C6-ED34-1BA3-040ED13FA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752B-D23D-49A2-920F-A2BE440B8EF3}" type="datetime1">
              <a:rPr lang="en-GB" smtClean="0"/>
              <a:t>17/03/2026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8C4A1-6720-B100-CB7E-230E559A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F335D-E6CC-89D2-7146-31FB133AE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05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1195-1B14-3FB8-6793-2F9278B5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5DC35-255D-63C4-67E2-8FB7B0C20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98D1-F410-D313-FD5F-DF162D81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5629-D3F2-4BC8-9DC1-6AE4765594F8}" type="datetime1">
              <a:rPr lang="en-GB" smtClean="0"/>
              <a:t>17/03/2026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A1428-244F-0218-8948-C04AE3BB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B3719-10C2-BC8E-A985-B2DC9BA4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5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0CAB9-EFE3-BE11-BE53-3E865BE65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7FDC0-CCDD-8A91-4C98-9601346DE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D6794-8826-6E4D-9A03-6615BEFF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BDFF-DAAD-4F34-BBCD-8E4FCFFE78EF}" type="datetime1">
              <a:rPr lang="en-GB" smtClean="0"/>
              <a:t>17/03/2026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CFC0F-DF38-7B3C-895A-49B3AA2B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24754-9571-6FF6-2131-8504A51B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54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0C0F-E8A1-416A-BA85-BDA07147ED3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17/03/2026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FE9EF-29E8-4C02-98BE-4EB32BE08DD0}" type="slidenum">
              <a:rPr lang="en-GB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719639-84C8-FBB4-2A72-A8994BE2A7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789" y="5810919"/>
            <a:ext cx="1542421" cy="109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60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022C-56FA-4830-A60F-191EA0EFF3A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17/03/2026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FE9EF-29E8-4C02-98BE-4EB32BE08DD0}" type="slidenum">
              <a:rPr lang="en-GB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72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036AB-28F3-046C-61C5-28992E3D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A2B9C-75BA-6B9A-272F-AF3F73D2B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E8644-9ECD-20D9-F612-6875D9A6E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CD700-1D93-4064-8825-02603DB50D87}" type="datetime1">
              <a:rPr lang="en-GB" smtClean="0"/>
              <a:t>17/03/2026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C682-08FB-4C2E-0A22-A8798F228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16432-7709-C48E-7029-29835A021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CDD7F-3408-49F0-BFDE-9770E782E48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AAC73F-619E-06BC-036E-9BFE34CD624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165623" y="5915359"/>
            <a:ext cx="1633153" cy="115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0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8A506-AAFA-4FA9-B90D-2A7399EEB18B}" type="datetime1">
              <a:rPr lang="en-GB" smtClean="0"/>
              <a:t>17/03/2026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00D5E-6569-4BDF-846F-A1979D6554A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28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9D8B1-E42D-40DF-AA17-CDF4686226B2}" type="datetime1">
              <a:rPr lang="en-GB" smtClean="0"/>
              <a:t>17/03/2026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00D5E-6569-4BDF-846F-A1979D6554A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67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4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F46BB5D5-7FB7-44FC-8278-A428090C10C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 contras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849" r="39558"/>
          <a:stretch/>
        </p:blipFill>
        <p:spPr>
          <a:xfrm>
            <a:off x="119336" y="0"/>
            <a:ext cx="2736304" cy="685800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6AB7164-F45D-4250-81AB-EDF9F40187D0}"/>
              </a:ext>
            </a:extLst>
          </p:cNvPr>
          <p:cNvSpPr txBox="1"/>
          <p:nvPr/>
        </p:nvSpPr>
        <p:spPr>
          <a:xfrm>
            <a:off x="8951615" y="3823880"/>
            <a:ext cx="259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Candidato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Giorgio Marengo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s323017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FE986A7-9A0E-4285-882A-1B1DA90EEB6E}"/>
              </a:ext>
            </a:extLst>
          </p:cNvPr>
          <p:cNvSpPr txBox="1"/>
          <p:nvPr/>
        </p:nvSpPr>
        <p:spPr>
          <a:xfrm>
            <a:off x="644270" y="3731547"/>
            <a:ext cx="36659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Prof.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Valentina 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Gatteschi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Correlatori</a:t>
            </a:r>
            <a:endParaRPr kumimoji="0" lang="en-GB" sz="18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Prof. Marco </a:t>
            </a: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Domaneschi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Prof. Valentina Villa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Dott. Leonardo Zunino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6188A97-A669-4195-8960-C42FF08E6DC2}"/>
              </a:ext>
            </a:extLst>
          </p:cNvPr>
          <p:cNvSpPr txBox="1"/>
          <p:nvPr/>
        </p:nvSpPr>
        <p:spPr>
          <a:xfrm>
            <a:off x="8955442" y="4839543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A.A. 2025-2026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49ABE8E-AEE9-4641-B57E-B7B9869A3D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678" y="5373996"/>
            <a:ext cx="1886643" cy="829645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B03F6A3-F08B-49C2-85D8-12BC217FB21F}"/>
              </a:ext>
            </a:extLst>
          </p:cNvPr>
          <p:cNvSpPr txBox="1"/>
          <p:nvPr/>
        </p:nvSpPr>
        <p:spPr>
          <a:xfrm>
            <a:off x="0" y="479507"/>
            <a:ext cx="1219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Design and Implementation of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Transparent and Verifiable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Structural Health Monitoring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Pipeline Based on Decentralized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Technology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D078F283-B8D3-4E20-AA8A-62DD918515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 contras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849" r="39558"/>
          <a:stretch/>
        </p:blipFill>
        <p:spPr>
          <a:xfrm flipH="1">
            <a:off x="9336360" y="0"/>
            <a:ext cx="2736304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F8B825-5A39-B96B-9C23-ECBAF70D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FE9EF-29E8-4C02-98BE-4EB32BE08DD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075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0D4E88-2BAC-41CB-86E2-C3F967EC91CB}"/>
              </a:ext>
            </a:extLst>
          </p:cNvPr>
          <p:cNvSpPr txBox="1"/>
          <p:nvPr/>
        </p:nvSpPr>
        <p:spPr>
          <a:xfrm>
            <a:off x="391286" y="209549"/>
            <a:ext cx="6894576" cy="1046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 err="1">
                <a:latin typeface="+mj-lt"/>
                <a:ea typeface="+mj-ea"/>
                <a:cs typeface="+mj-cs"/>
              </a:rPr>
              <a:t>Infrastrutture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critiche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36A50-AA0F-F0F4-8EA6-1480D778DB12}"/>
              </a:ext>
            </a:extLst>
          </p:cNvPr>
          <p:cNvSpPr txBox="1"/>
          <p:nvPr/>
        </p:nvSpPr>
        <p:spPr>
          <a:xfrm>
            <a:off x="502589" y="2012078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Cosa </a:t>
            </a:r>
            <a:r>
              <a:rPr lang="en-US" sz="2000" b="1" dirty="0" err="1"/>
              <a:t>sono</a:t>
            </a:r>
            <a:r>
              <a:rPr lang="en-US" sz="2000" b="1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Ponti, </a:t>
            </a:r>
            <a:r>
              <a:rPr lang="en-US" sz="2000" dirty="0" err="1"/>
              <a:t>viadotti</a:t>
            </a:r>
            <a:r>
              <a:rPr lang="en-US" sz="2000" dirty="0"/>
              <a:t>, tunnel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Spina </a:t>
            </a:r>
            <a:r>
              <a:rPr lang="en-US" sz="2000" dirty="0" err="1"/>
              <a:t>dorsale</a:t>
            </a:r>
            <a:r>
              <a:rPr lang="en-US" sz="2000" dirty="0"/>
              <a:t> della </a:t>
            </a:r>
            <a:r>
              <a:rPr lang="en-US" sz="2000" dirty="0" err="1"/>
              <a:t>mobilità</a:t>
            </a:r>
            <a:r>
              <a:rPr lang="en-US" sz="2000" dirty="0"/>
              <a:t> moderna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Garantiscono</a:t>
            </a:r>
            <a:r>
              <a:rPr lang="en-US" sz="2000" b="1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Flusso</a:t>
            </a:r>
            <a:r>
              <a:rPr lang="en-US" sz="2000" dirty="0"/>
              <a:t> </a:t>
            </a:r>
            <a:r>
              <a:rPr lang="en-US" sz="2000" dirty="0" err="1"/>
              <a:t>commerciale</a:t>
            </a:r>
            <a:r>
              <a:rPr lang="en-US" sz="2000" dirty="0"/>
              <a:t>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Connettività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Sicurezza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12EFD9-DEF7-F178-8210-B7A9C8C27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270" y="2386584"/>
            <a:ext cx="756007" cy="756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5F42F5-B68C-0FAD-81A9-C7334CEA5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37894"/>
            <a:ext cx="5732979" cy="38267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057A0E-31D1-F2B1-6B0C-F1D75AE4E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55" y="4281504"/>
            <a:ext cx="5334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21001C-BC23-AC47-7B9B-7B89AEEFD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905" y="4950636"/>
            <a:ext cx="590550" cy="5905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12A41-D538-973D-903E-8E7E32DB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5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96453-5846-31ED-2F3B-464D8AF4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318F9-2B06-FA29-BABC-93136BDDDC67}"/>
              </a:ext>
            </a:extLst>
          </p:cNvPr>
          <p:cNvSpPr txBox="1"/>
          <p:nvPr/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Ispezioni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tradizionali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7E0EFFE9-1378-4892-75D8-D97AD01CBE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583810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561933-CCDD-F393-5B7B-B0D8F1DA1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D376B-1F9B-4A35-73CF-1E848B057B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712" y="5900578"/>
            <a:ext cx="1663645" cy="11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64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AAAC-B069-8349-49A5-A9FBF62C7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2147C7-10FE-ACD5-C1F2-6AB10CD61F00}"/>
              </a:ext>
            </a:extLst>
          </p:cNvPr>
          <p:cNvSpPr txBox="1"/>
          <p:nvPr/>
        </p:nvSpPr>
        <p:spPr>
          <a:xfrm>
            <a:off x="333124" y="415089"/>
            <a:ext cx="115257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dirty="0" err="1"/>
              <a:t>Structural</a:t>
            </a:r>
            <a:r>
              <a:rPr lang="it-IT" sz="4800" dirty="0"/>
              <a:t> Health Monitoring (SHM)</a:t>
            </a:r>
            <a:endParaRPr lang="en-US" sz="4800" dirty="0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3D41CE22-956E-F0CD-10BC-A157D28F3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4588097"/>
              </p:ext>
            </p:extLst>
          </p:nvPr>
        </p:nvGraphicFramePr>
        <p:xfrm>
          <a:off x="158495" y="214884"/>
          <a:ext cx="11700380" cy="6428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FC7345-EDFE-567B-259A-A0A5FE2D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4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3B07957-4DD1-4A53-C691-5FD3CF23C0CD}"/>
              </a:ext>
            </a:extLst>
          </p:cNvPr>
          <p:cNvSpPr txBox="1"/>
          <p:nvPr/>
        </p:nvSpPr>
        <p:spPr>
          <a:xfrm>
            <a:off x="640080" y="1243013"/>
            <a:ext cx="3855720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Structural Health Monitoring (SHM</a:t>
            </a: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5EA5DE-9606-0E51-5468-402BDE8227E3}"/>
              </a:ext>
            </a:extLst>
          </p:cNvPr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Vantaggi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Monitoraggio</a:t>
            </a:r>
            <a:r>
              <a:rPr lang="en-US" sz="2000" dirty="0"/>
              <a:t> continuo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Approccio</a:t>
            </a:r>
            <a:r>
              <a:rPr lang="en-US" sz="2000" dirty="0"/>
              <a:t> </a:t>
            </a:r>
            <a:r>
              <a:rPr lang="en-US" sz="2000" dirty="0" err="1"/>
              <a:t>proattivo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Dati </a:t>
            </a:r>
            <a:r>
              <a:rPr lang="en-US" sz="2000" dirty="0" err="1"/>
              <a:t>oggettivi</a:t>
            </a:r>
            <a:r>
              <a:rPr lang="en-US" sz="2000" dirty="0"/>
              <a:t>, </a:t>
            </a:r>
            <a:r>
              <a:rPr lang="en-US" sz="2000" dirty="0" err="1"/>
              <a:t>eliminazione</a:t>
            </a:r>
            <a:r>
              <a:rPr lang="en-US" sz="2000" dirty="0"/>
              <a:t> della </a:t>
            </a:r>
            <a:r>
              <a:rPr lang="en-US" sz="2000" dirty="0" err="1"/>
              <a:t>soggettività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Svantaggi</a:t>
            </a:r>
            <a:r>
              <a:rPr lang="en-US" sz="2000" b="1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Tutti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passaggi</a:t>
            </a:r>
            <a:r>
              <a:rPr lang="en-US" sz="2000" dirty="0"/>
              <a:t> </a:t>
            </a:r>
            <a:r>
              <a:rPr lang="en-US" sz="2000" dirty="0" err="1"/>
              <a:t>sono</a:t>
            </a:r>
            <a:r>
              <a:rPr lang="en-US" sz="2000" dirty="0"/>
              <a:t> </a:t>
            </a:r>
            <a:r>
              <a:rPr lang="en-US" sz="2000" dirty="0" err="1"/>
              <a:t>gestiti</a:t>
            </a:r>
            <a:r>
              <a:rPr lang="en-US" sz="2000" dirty="0"/>
              <a:t> in maniera </a:t>
            </a:r>
            <a:r>
              <a:rPr lang="en-US" sz="2000" dirty="0" err="1"/>
              <a:t>centralizzata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Mancanza</a:t>
            </a:r>
            <a:r>
              <a:rPr lang="en-US" sz="2000" dirty="0"/>
              <a:t> di </a:t>
            </a:r>
            <a:r>
              <a:rPr lang="en-US" sz="2000" dirty="0" err="1"/>
              <a:t>verifiche</a:t>
            </a:r>
            <a:r>
              <a:rPr lang="en-US" sz="2000" dirty="0"/>
              <a:t> </a:t>
            </a:r>
            <a:r>
              <a:rPr lang="en-US" sz="2000" dirty="0" err="1"/>
              <a:t>esterne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Rischio</a:t>
            </a:r>
            <a:r>
              <a:rPr lang="en-US" sz="2000" dirty="0"/>
              <a:t> di single point of failure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410FE4-A638-12CD-0616-F2A43E37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EB134-8FAE-7DFC-1B55-105E0AD46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712" y="5900578"/>
            <a:ext cx="1663645" cy="11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952654-3ECE-422C-F4C4-909D148E15B3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400" dirty="0" err="1"/>
              <a:t>Obiettivo</a:t>
            </a:r>
            <a:r>
              <a:rPr lang="en-US" sz="4400" dirty="0"/>
              <a:t> della </a:t>
            </a:r>
            <a:r>
              <a:rPr lang="en-US" sz="4400" dirty="0" err="1"/>
              <a:t>tesi</a:t>
            </a:r>
            <a:r>
              <a:rPr lang="en-US" sz="4400" dirty="0"/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Progettazione e </a:t>
            </a:r>
            <a:r>
              <a:rPr lang="en-US" sz="2000" dirty="0" err="1"/>
              <a:t>implementazione</a:t>
            </a:r>
            <a:r>
              <a:rPr lang="en-US" sz="2000" dirty="0"/>
              <a:t> di </a:t>
            </a:r>
            <a:r>
              <a:rPr lang="en-US" sz="2000" dirty="0" err="1"/>
              <a:t>un'architettura</a:t>
            </a:r>
            <a:r>
              <a:rPr lang="en-US" sz="2000" dirty="0"/>
              <a:t> SHM </a:t>
            </a:r>
            <a:r>
              <a:rPr lang="en-US" sz="2000" dirty="0" err="1"/>
              <a:t>verificabile</a:t>
            </a:r>
            <a:r>
              <a:rPr lang="en-US" sz="2000" dirty="0"/>
              <a:t> da </a:t>
            </a:r>
            <a:r>
              <a:rPr lang="en-US" sz="2000" dirty="0" err="1"/>
              <a:t>soggetti</a:t>
            </a:r>
            <a:r>
              <a:rPr lang="en-US" sz="2000" dirty="0"/>
              <a:t> </a:t>
            </a:r>
            <a:r>
              <a:rPr lang="en-US" sz="2000" dirty="0" err="1"/>
              <a:t>terzi</a:t>
            </a:r>
            <a:r>
              <a:rPr lang="en-US" sz="2000" dirty="0"/>
              <a:t> </a:t>
            </a:r>
            <a:r>
              <a:rPr lang="en-US" sz="2000" dirty="0" err="1"/>
              <a:t>indipendenti</a:t>
            </a:r>
            <a:r>
              <a:rPr lang="en-US" sz="2000" dirty="0"/>
              <a:t>, </a:t>
            </a:r>
            <a:r>
              <a:rPr lang="en-US" sz="2000" dirty="0" err="1"/>
              <a:t>operante</a:t>
            </a:r>
            <a:r>
              <a:rPr lang="en-US" sz="2000" dirty="0"/>
              <a:t> senza </a:t>
            </a:r>
            <a:r>
              <a:rPr lang="en-US" sz="2000" dirty="0" err="1"/>
              <a:t>dipendenze</a:t>
            </a:r>
            <a:r>
              <a:rPr lang="en-US" sz="2000" dirty="0"/>
              <a:t> hardware </a:t>
            </a:r>
            <a:r>
              <a:rPr lang="en-US" sz="2000" dirty="0" err="1"/>
              <a:t>specifiche</a:t>
            </a:r>
            <a:r>
              <a:rPr lang="en-US" sz="2000" dirty="0"/>
              <a:t> e senza </a:t>
            </a:r>
            <a:r>
              <a:rPr lang="en-US" sz="2000" dirty="0" err="1"/>
              <a:t>necessità</a:t>
            </a:r>
            <a:r>
              <a:rPr lang="en-US" sz="2000" dirty="0"/>
              <a:t> di </a:t>
            </a:r>
            <a:r>
              <a:rPr lang="en-US" sz="2000" dirty="0" err="1"/>
              <a:t>informazioni</a:t>
            </a:r>
            <a:r>
              <a:rPr lang="en-US" sz="2000" dirty="0"/>
              <a:t> </a:t>
            </a:r>
            <a:r>
              <a:rPr lang="en-US" sz="2000" dirty="0" err="1"/>
              <a:t>aggiuntive</a:t>
            </a:r>
            <a:r>
              <a:rPr lang="en-US" sz="2000" dirty="0"/>
              <a:t>, </a:t>
            </a:r>
            <a:r>
              <a:rPr lang="en-US" sz="2000" dirty="0" err="1"/>
              <a:t>preservando</a:t>
            </a:r>
            <a:r>
              <a:rPr lang="en-US" sz="2000" dirty="0"/>
              <a:t> </a:t>
            </a:r>
            <a:r>
              <a:rPr lang="en-US" sz="2000" dirty="0" err="1"/>
              <a:t>contemporaneamente</a:t>
            </a:r>
            <a:r>
              <a:rPr lang="en-US" sz="2000" dirty="0"/>
              <a:t> la </a:t>
            </a:r>
            <a:r>
              <a:rPr lang="en-US" sz="2000" dirty="0" err="1"/>
              <a:t>segretezza</a:t>
            </a:r>
            <a:r>
              <a:rPr lang="en-US" sz="2000" dirty="0"/>
              <a:t> </a:t>
            </a:r>
            <a:r>
              <a:rPr lang="en-US" sz="2000" dirty="0" err="1"/>
              <a:t>dell'algoritmo</a:t>
            </a:r>
            <a:r>
              <a:rPr lang="en-US" sz="2000" dirty="0"/>
              <a:t> </a:t>
            </a:r>
            <a:r>
              <a:rPr lang="en-US" sz="2000" dirty="0" err="1"/>
              <a:t>proprietario</a:t>
            </a:r>
            <a:r>
              <a:rPr lang="en-US" sz="2000" dirty="0"/>
              <a:t> al fine di </a:t>
            </a:r>
            <a:r>
              <a:rPr lang="en-US" sz="2000" dirty="0" err="1"/>
              <a:t>proteggere</a:t>
            </a:r>
            <a:r>
              <a:rPr lang="en-US" sz="2000" dirty="0"/>
              <a:t> la </a:t>
            </a:r>
            <a:r>
              <a:rPr lang="en-US" sz="2000" dirty="0" err="1"/>
              <a:t>proprietà</a:t>
            </a:r>
            <a:r>
              <a:rPr lang="en-US" sz="2000" dirty="0"/>
              <a:t> </a:t>
            </a:r>
            <a:r>
              <a:rPr lang="en-US" sz="2000" dirty="0" err="1"/>
              <a:t>intellettuale</a:t>
            </a:r>
            <a:r>
              <a:rPr lang="en-US" sz="20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BD588F-2B39-C610-DD4E-96C60795A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49" y="1664109"/>
            <a:ext cx="1038225" cy="10382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3C1388-A64B-05C9-0752-7D5AFC857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915E4F-2657-19F1-FF9E-9F3315CFC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712" y="5900578"/>
            <a:ext cx="1663645" cy="11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4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Panoramic schematic of Tianjin Yonghe Bridge | Download Scientific Diagram">
            <a:extLst>
              <a:ext uri="{FF2B5EF4-FFF2-40B4-BE49-F238E27FC236}">
                <a16:creationId xmlns:a16="http://schemas.microsoft.com/office/drawing/2014/main" id="{97AE7CF7-3F6D-A072-AE3F-2B72F2BB7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8" r="17409" b="1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B9BEE-C024-5565-D614-76C595288638}"/>
              </a:ext>
            </a:extLst>
          </p:cNvPr>
          <p:cNvSpPr txBox="1"/>
          <p:nvPr/>
        </p:nvSpPr>
        <p:spPr>
          <a:xfrm>
            <a:off x="152400" y="719701"/>
            <a:ext cx="7048500" cy="3742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dirty="0"/>
              <a:t>Caso studio – Ponte Yonghe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Ponte </a:t>
            </a:r>
            <a:r>
              <a:rPr lang="en-US" sz="2200" dirty="0" err="1"/>
              <a:t>strallato</a:t>
            </a:r>
            <a:r>
              <a:rPr lang="en-US" sz="2200" dirty="0"/>
              <a:t>, </a:t>
            </a:r>
            <a:r>
              <a:rPr lang="en-US" sz="2200" dirty="0" err="1"/>
              <a:t>campata</a:t>
            </a:r>
            <a:r>
              <a:rPr lang="en-US" sz="2200" dirty="0"/>
              <a:t> </a:t>
            </a:r>
            <a:r>
              <a:rPr lang="en-US" sz="2200" dirty="0" err="1"/>
              <a:t>principale</a:t>
            </a:r>
            <a:r>
              <a:rPr lang="en-US" sz="2200" dirty="0"/>
              <a:t> 260m, </a:t>
            </a:r>
            <a:r>
              <a:rPr lang="en-US" sz="2200" dirty="0" err="1"/>
              <a:t>lunghezza</a:t>
            </a:r>
            <a:r>
              <a:rPr lang="en-US" sz="2200" dirty="0"/>
              <a:t> </a:t>
            </a:r>
            <a:r>
              <a:rPr lang="en-US" sz="2200" dirty="0" err="1"/>
              <a:t>totale</a:t>
            </a:r>
            <a:r>
              <a:rPr lang="en-US" sz="2200" dirty="0"/>
              <a:t> 510m, 88 </a:t>
            </a:r>
            <a:r>
              <a:rPr lang="en-US" sz="2200" dirty="0" err="1"/>
              <a:t>coppie</a:t>
            </a:r>
            <a:r>
              <a:rPr lang="en-US" sz="2200" dirty="0"/>
              <a:t> di </a:t>
            </a:r>
            <a:r>
              <a:rPr lang="en-US" sz="2200" dirty="0" err="1"/>
              <a:t>cavi</a:t>
            </a:r>
            <a:r>
              <a:rPr lang="en-US" sz="2200" dirty="0"/>
              <a:t> in </a:t>
            </a:r>
            <a:r>
              <a:rPr lang="en-US" sz="2200" dirty="0" err="1"/>
              <a:t>acciaio</a:t>
            </a:r>
            <a:r>
              <a:rPr lang="en-US" sz="2200" dirty="0"/>
              <a:t>, in </a:t>
            </a:r>
            <a:r>
              <a:rPr lang="en-US" sz="2200" dirty="0" err="1"/>
              <a:t>servizio</a:t>
            </a:r>
            <a:r>
              <a:rPr lang="en-US" sz="2200" dirty="0"/>
              <a:t> dal </a:t>
            </a:r>
            <a:r>
              <a:rPr lang="en-US" sz="2200" dirty="0" err="1"/>
              <a:t>dicembre</a:t>
            </a:r>
            <a:r>
              <a:rPr lang="en-US" sz="2200" dirty="0"/>
              <a:t> 1987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Nel 2006 </a:t>
            </a:r>
            <a:r>
              <a:rPr lang="en-US" sz="2200" dirty="0" err="1"/>
              <a:t>sono</a:t>
            </a:r>
            <a:r>
              <a:rPr lang="en-US" sz="2200" dirty="0"/>
              <a:t> state </a:t>
            </a:r>
            <a:r>
              <a:rPr lang="en-US" sz="2200" dirty="0" err="1"/>
              <a:t>rilevate</a:t>
            </a:r>
            <a:r>
              <a:rPr lang="en-US" sz="2200" dirty="0"/>
              <a:t> crepe </a:t>
            </a:r>
            <a:r>
              <a:rPr lang="en-US" sz="2200" dirty="0" err="1"/>
              <a:t>nella</a:t>
            </a:r>
            <a:r>
              <a:rPr lang="en-US" sz="2200" dirty="0"/>
              <a:t> </a:t>
            </a:r>
            <a:r>
              <a:rPr lang="en-US" sz="2200" dirty="0" err="1"/>
              <a:t>campata</a:t>
            </a:r>
            <a:r>
              <a:rPr lang="en-US" sz="2200" dirty="0"/>
              <a:t> </a:t>
            </a:r>
            <a:r>
              <a:rPr lang="en-US" sz="2200" dirty="0" err="1"/>
              <a:t>causando</a:t>
            </a:r>
            <a:r>
              <a:rPr lang="en-US" sz="2200" dirty="0"/>
              <a:t> </a:t>
            </a:r>
            <a:r>
              <a:rPr lang="en-US" sz="2200" dirty="0" err="1"/>
              <a:t>una</a:t>
            </a:r>
            <a:r>
              <a:rPr lang="en-US" sz="2200" dirty="0"/>
              <a:t> </a:t>
            </a:r>
            <a:r>
              <a:rPr lang="en-US" sz="2200" dirty="0" err="1"/>
              <a:t>chiusura</a:t>
            </a:r>
            <a:r>
              <a:rPr lang="en-US" sz="2200" dirty="0"/>
              <a:t> di 2 anni per </a:t>
            </a:r>
            <a:r>
              <a:rPr lang="en-US" sz="2200" dirty="0" err="1"/>
              <a:t>manutenzione</a:t>
            </a:r>
            <a:r>
              <a:rPr lang="en-US" sz="2200" dirty="0"/>
              <a:t> ed </a:t>
            </a:r>
            <a:r>
              <a:rPr lang="en-US" sz="2200" dirty="0" err="1"/>
              <a:t>implementazione</a:t>
            </a:r>
            <a:r>
              <a:rPr lang="en-US" sz="2200" dirty="0"/>
              <a:t> di un </a:t>
            </a:r>
            <a:r>
              <a:rPr lang="en-US" sz="2200" dirty="0" err="1"/>
              <a:t>sistema</a:t>
            </a:r>
            <a:r>
              <a:rPr lang="en-US" sz="2200" dirty="0"/>
              <a:t> SHM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14 </a:t>
            </a:r>
            <a:r>
              <a:rPr lang="en-US" sz="2200" dirty="0" err="1"/>
              <a:t>accelerometri</a:t>
            </a:r>
            <a:r>
              <a:rPr lang="en-US" sz="2200" dirty="0"/>
              <a:t> </a:t>
            </a:r>
            <a:r>
              <a:rPr lang="en-US" sz="2200" dirty="0" err="1"/>
              <a:t>uniassiali</a:t>
            </a:r>
            <a:r>
              <a:rPr lang="en-US" sz="2200" dirty="0"/>
              <a:t> e uno </a:t>
            </a:r>
            <a:r>
              <a:rPr lang="en-US" sz="2200" dirty="0" err="1"/>
              <a:t>biassiale</a:t>
            </a:r>
            <a:r>
              <a:rPr lang="en-US" sz="2200" dirty="0"/>
              <a:t> con </a:t>
            </a:r>
            <a:r>
              <a:rPr lang="en-US" sz="2200" dirty="0" err="1"/>
              <a:t>frequenza</a:t>
            </a:r>
            <a:r>
              <a:rPr lang="en-US" sz="2200" dirty="0"/>
              <a:t> di </a:t>
            </a:r>
            <a:r>
              <a:rPr lang="en-US" sz="2200" dirty="0" err="1"/>
              <a:t>campionamento</a:t>
            </a:r>
            <a:r>
              <a:rPr lang="en-US" sz="2200" dirty="0"/>
              <a:t> di 100 Hz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Si </a:t>
            </a:r>
            <a:r>
              <a:rPr lang="en-US" sz="2200" dirty="0" err="1"/>
              <a:t>utilizzano</a:t>
            </a:r>
            <a:r>
              <a:rPr lang="en-US" sz="2200" dirty="0"/>
              <a:t> come baseline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valori</a:t>
            </a:r>
            <a:r>
              <a:rPr lang="en-US" sz="2200" dirty="0"/>
              <a:t> di </a:t>
            </a:r>
            <a:r>
              <a:rPr lang="en-US" sz="2200" dirty="0" err="1"/>
              <a:t>Gennaio</a:t>
            </a:r>
            <a:r>
              <a:rPr lang="en-US" sz="2200" dirty="0"/>
              <a:t> 2006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992459-332C-3433-CEE7-4F98F322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C8832-AC7E-AD7C-2DCC-3C1F107B0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712" y="5900578"/>
            <a:ext cx="1663645" cy="11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69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FD4A0-9CF3-DD41-5FA0-B3D20B4DD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882DC8-F914-B150-A1F0-A69591E95241}"/>
              </a:ext>
            </a:extLst>
          </p:cNvPr>
          <p:cNvSpPr txBox="1"/>
          <p:nvPr/>
        </p:nvSpPr>
        <p:spPr>
          <a:xfrm>
            <a:off x="838200" y="557188"/>
            <a:ext cx="105156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 3 </a:t>
            </a: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pilastri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SHM</a:t>
            </a: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EA903A8C-6AD6-3090-2E85-07C565B0D1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804481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02897A-22DB-1196-76B7-809E0FEC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49D261-9681-50E0-4443-F1B3CAB6D7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712" y="5900578"/>
            <a:ext cx="1663645" cy="11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15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3E04AF-5D92-549C-F75B-D2A85DBB4E5B}"/>
              </a:ext>
            </a:extLst>
          </p:cNvPr>
          <p:cNvSpPr txBox="1"/>
          <p:nvPr/>
        </p:nvSpPr>
        <p:spPr>
          <a:xfrm>
            <a:off x="603634" y="1017507"/>
            <a:ext cx="5339966" cy="45704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dirty="0"/>
              <a:t>IPFS – Storage </a:t>
            </a:r>
            <a:r>
              <a:rPr lang="en-US" sz="4800" dirty="0" err="1"/>
              <a:t>decentralizzato</a:t>
            </a:r>
            <a:endParaRPr lang="en-US" sz="4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File system </a:t>
            </a:r>
            <a:r>
              <a:rPr lang="en-US" sz="2200" dirty="0" err="1"/>
              <a:t>distribuito</a:t>
            </a:r>
            <a:r>
              <a:rPr lang="en-US" sz="2200" dirty="0"/>
              <a:t> e peer-to-peer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Ogni file è </a:t>
            </a:r>
            <a:r>
              <a:rPr lang="en-US" sz="2200" dirty="0" err="1"/>
              <a:t>identificato</a:t>
            </a:r>
            <a:r>
              <a:rPr lang="en-US" sz="2200" dirty="0"/>
              <a:t> da un Content Identifier (CID)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File ed </a:t>
            </a:r>
            <a:r>
              <a:rPr lang="en-US" sz="2200" dirty="0" err="1"/>
              <a:t>identità</a:t>
            </a:r>
            <a:r>
              <a:rPr lang="en-US" sz="2200" dirty="0"/>
              <a:t> </a:t>
            </a:r>
            <a:r>
              <a:rPr lang="en-US" sz="2200" dirty="0" err="1"/>
              <a:t>sono</a:t>
            </a:r>
            <a:r>
              <a:rPr lang="en-US" sz="2200" dirty="0"/>
              <a:t> </a:t>
            </a:r>
            <a:r>
              <a:rPr lang="en-US" sz="2200" dirty="0" err="1"/>
              <a:t>indissolubili</a:t>
            </a: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 file </a:t>
            </a:r>
            <a:r>
              <a:rPr lang="en-US" sz="2200" dirty="0" err="1"/>
              <a:t>vengono</a:t>
            </a:r>
            <a:r>
              <a:rPr lang="en-US" sz="2200" dirty="0"/>
              <a:t> </a:t>
            </a:r>
            <a:r>
              <a:rPr lang="en-US" sz="2200" dirty="0" err="1"/>
              <a:t>salvati</a:t>
            </a:r>
            <a:r>
              <a:rPr lang="en-US" sz="2200" dirty="0"/>
              <a:t> </a:t>
            </a:r>
            <a:r>
              <a:rPr lang="en-US" sz="2200" dirty="0" err="1"/>
              <a:t>su</a:t>
            </a:r>
            <a:r>
              <a:rPr lang="en-US" sz="2200" dirty="0"/>
              <a:t> </a:t>
            </a:r>
            <a:r>
              <a:rPr lang="en-US" sz="2200" dirty="0" err="1"/>
              <a:t>più</a:t>
            </a:r>
            <a:r>
              <a:rPr lang="en-US" sz="2200" dirty="0"/>
              <a:t> nodi della rete </a:t>
            </a:r>
            <a:r>
              <a:rPr lang="en-US" sz="2200" dirty="0" err="1"/>
              <a:t>eliminando</a:t>
            </a:r>
            <a:r>
              <a:rPr lang="en-US" sz="2200" dirty="0"/>
              <a:t> il </a:t>
            </a:r>
            <a:r>
              <a:rPr lang="en-US" sz="2200" dirty="0" err="1"/>
              <a:t>rischio</a:t>
            </a:r>
            <a:r>
              <a:rPr lang="en-US" sz="2200" dirty="0"/>
              <a:t> di single point of failure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 </a:t>
            </a:r>
            <a:r>
              <a:rPr lang="en-US" sz="2200" dirty="0" err="1"/>
              <a:t>dati</a:t>
            </a:r>
            <a:r>
              <a:rPr lang="en-US" sz="2200" dirty="0"/>
              <a:t> </a:t>
            </a:r>
            <a:r>
              <a:rPr lang="en-US" sz="2200" dirty="0" err="1"/>
              <a:t>registrati</a:t>
            </a:r>
            <a:r>
              <a:rPr lang="en-US" sz="2200" dirty="0"/>
              <a:t> </a:t>
            </a:r>
            <a:r>
              <a:rPr lang="en-US" sz="2200" dirty="0" err="1"/>
              <a:t>dai</a:t>
            </a:r>
            <a:r>
              <a:rPr lang="en-US" sz="2200" dirty="0"/>
              <a:t> </a:t>
            </a:r>
            <a:r>
              <a:rPr lang="en-US" sz="2200" dirty="0" err="1"/>
              <a:t>sensori</a:t>
            </a:r>
            <a:r>
              <a:rPr lang="en-US" sz="2200" dirty="0"/>
              <a:t> </a:t>
            </a:r>
            <a:r>
              <a:rPr lang="en-US" sz="2200" dirty="0" err="1"/>
              <a:t>vengono</a:t>
            </a:r>
            <a:r>
              <a:rPr lang="en-US" sz="2200" dirty="0"/>
              <a:t> </a:t>
            </a:r>
            <a:r>
              <a:rPr lang="en-US" sz="2200" dirty="0" err="1"/>
              <a:t>caricati</a:t>
            </a:r>
            <a:r>
              <a:rPr lang="en-US" sz="2200" dirty="0"/>
              <a:t> </a:t>
            </a:r>
            <a:r>
              <a:rPr lang="en-US" sz="2200" dirty="0" err="1"/>
              <a:t>ottenendo</a:t>
            </a:r>
            <a:r>
              <a:rPr lang="en-US" sz="2200" dirty="0"/>
              <a:t> il CID INPUT, </a:t>
            </a:r>
            <a:r>
              <a:rPr lang="en-US" sz="2200" dirty="0" err="1"/>
              <a:t>valore</a:t>
            </a:r>
            <a:r>
              <a:rPr lang="en-US" sz="2200" dirty="0"/>
              <a:t> </a:t>
            </a:r>
            <a:r>
              <a:rPr lang="en-US" sz="2200" dirty="0" err="1"/>
              <a:t>immutabile</a:t>
            </a:r>
            <a:r>
              <a:rPr lang="en-US" sz="2200" dirty="0"/>
              <a:t> </a:t>
            </a:r>
            <a:r>
              <a:rPr lang="en-US" sz="2200" dirty="0" err="1"/>
              <a:t>dell’acquisizione</a:t>
            </a:r>
            <a:r>
              <a:rPr lang="en-US" sz="2200" dirty="0"/>
              <a:t> </a:t>
            </a:r>
            <a:r>
              <a:rPr lang="en-US" sz="2200" dirty="0" err="1"/>
              <a:t>dati</a:t>
            </a: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D77C16-A533-2F6D-C8BB-9435964B6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028" y="1798170"/>
            <a:ext cx="3261660" cy="326166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7265AE-F8DF-5C43-9D5B-B8C38072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78112-024C-DCC4-9C00-BFEEB86C4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712" y="5900578"/>
            <a:ext cx="1663645" cy="11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15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285ECF-AB43-2D28-DE8B-111DA3D05781}"/>
              </a:ext>
            </a:extLst>
          </p:cNvPr>
          <p:cNvSpPr txBox="1"/>
          <p:nvPr/>
        </p:nvSpPr>
        <p:spPr>
          <a:xfrm>
            <a:off x="254000" y="584200"/>
            <a:ext cx="91313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dirty="0" err="1"/>
              <a:t>Verifiable</a:t>
            </a:r>
            <a:r>
              <a:rPr lang="it-IT" sz="4800" dirty="0"/>
              <a:t> </a:t>
            </a:r>
            <a:r>
              <a:rPr lang="it-IT" sz="4800" dirty="0" err="1"/>
              <a:t>Computation</a:t>
            </a:r>
            <a:r>
              <a:rPr lang="it-IT" sz="4800" dirty="0"/>
              <a:t>: TEE vs ZK</a:t>
            </a:r>
          </a:p>
          <a:p>
            <a:endParaRPr lang="it-IT" sz="4800" dirty="0"/>
          </a:p>
          <a:p>
            <a:r>
              <a:rPr lang="it-IT" sz="2000" b="1" dirty="0"/>
              <a:t>Zero Knowledge </a:t>
            </a:r>
            <a:r>
              <a:rPr lang="it-IT" sz="2000" b="1" dirty="0" err="1"/>
              <a:t>Proofs</a:t>
            </a:r>
            <a:r>
              <a:rPr lang="it-IT" sz="2000" b="1" dirty="0"/>
              <a:t> </a:t>
            </a:r>
          </a:p>
          <a:p>
            <a:endParaRPr lang="it-IT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Prova che garantisce la corretta esecuzione di un calcolo legando matematicamente input, programma e risultati senza rivelare informazioni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Fiducia basata su vincoli matematici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 err="1"/>
              <a:t>Trustless</a:t>
            </a:r>
            <a:endParaRPr lang="it-I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dirty="0"/>
          </a:p>
          <a:p>
            <a:r>
              <a:rPr lang="it-IT" sz="2000" b="1" dirty="0" err="1"/>
              <a:t>Trusted</a:t>
            </a:r>
            <a:r>
              <a:rPr lang="it-IT" sz="2000" b="1" dirty="0"/>
              <a:t> </a:t>
            </a:r>
            <a:r>
              <a:rPr lang="it-IT" sz="2000" b="1" dirty="0" err="1"/>
              <a:t>Execution</a:t>
            </a:r>
            <a:r>
              <a:rPr lang="it-IT" sz="2000" b="1" dirty="0"/>
              <a:t> Environment </a:t>
            </a:r>
          </a:p>
          <a:p>
            <a:endParaRPr lang="it-IT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Il programma viene eseguito in una regione isolata della CPU in modo protetto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L’hardware genera una prova firmata (Remote Quote) certificandone la corretta esecuzione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3D717-C493-3572-4AD3-C66D07211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900" y="4038600"/>
            <a:ext cx="596900" cy="596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AAB4B0-BC09-6406-E382-B443FC728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0" y="1968500"/>
            <a:ext cx="742950" cy="7429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6FC10-B610-E4CB-7544-3F41A04A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833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ADE10-D5CF-92C0-DA80-CAFB114FED93}"/>
              </a:ext>
            </a:extLst>
          </p:cNvPr>
          <p:cNvSpPr txBox="1"/>
          <p:nvPr/>
        </p:nvSpPr>
        <p:spPr>
          <a:xfrm>
            <a:off x="2970392" y="605391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Il </a:t>
            </a:r>
            <a:r>
              <a:rPr lang="en-US" sz="2000" dirty="0" err="1"/>
              <a:t>problema</a:t>
            </a:r>
            <a:r>
              <a:rPr lang="en-US" sz="2000" dirty="0"/>
              <a:t> </a:t>
            </a:r>
            <a:r>
              <a:rPr lang="en-US" sz="2000" dirty="0" err="1"/>
              <a:t>principale</a:t>
            </a:r>
            <a:r>
              <a:rPr lang="en-US" sz="2000" dirty="0"/>
              <a:t> delle prove ZK è la </a:t>
            </a:r>
            <a:r>
              <a:rPr lang="en-US" sz="2000" dirty="0" err="1"/>
              <a:t>gestione</a:t>
            </a:r>
            <a:r>
              <a:rPr lang="en-US" sz="2000" dirty="0"/>
              <a:t> </a:t>
            </a:r>
            <a:r>
              <a:rPr lang="en-US" sz="2000" dirty="0" err="1"/>
              <a:t>dei</a:t>
            </a:r>
            <a:r>
              <a:rPr lang="en-US" sz="2000" dirty="0"/>
              <a:t> floating point. Non </a:t>
            </a:r>
            <a:r>
              <a:rPr lang="en-US" sz="2000" dirty="0" err="1"/>
              <a:t>sono</a:t>
            </a:r>
            <a:r>
              <a:rPr lang="en-US" sz="2000" dirty="0"/>
              <a:t> </a:t>
            </a:r>
            <a:r>
              <a:rPr lang="en-US" sz="2000" dirty="0" err="1"/>
              <a:t>gestiti</a:t>
            </a:r>
            <a:r>
              <a:rPr lang="en-US" sz="2000" dirty="0"/>
              <a:t> in maniera </a:t>
            </a:r>
            <a:r>
              <a:rPr lang="en-US" sz="2000" dirty="0" err="1"/>
              <a:t>nativa</a:t>
            </a:r>
            <a:r>
              <a:rPr lang="en-US" sz="2000" dirty="0"/>
              <a:t> e </a:t>
            </a:r>
            <a:r>
              <a:rPr lang="en-US" sz="2000" dirty="0" err="1"/>
              <a:t>devono</a:t>
            </a:r>
            <a:r>
              <a:rPr lang="en-US" sz="2000" dirty="0"/>
              <a:t> </a:t>
            </a:r>
            <a:r>
              <a:rPr lang="en-US" sz="2000" dirty="0" err="1"/>
              <a:t>essere</a:t>
            </a:r>
            <a:r>
              <a:rPr lang="en-US" sz="2000" dirty="0"/>
              <a:t> </a:t>
            </a:r>
            <a:r>
              <a:rPr lang="en-US" sz="2000" dirty="0" err="1"/>
              <a:t>convertiti</a:t>
            </a:r>
            <a:r>
              <a:rPr lang="en-US" sz="2000" dirty="0"/>
              <a:t> in numeri </a:t>
            </a:r>
            <a:r>
              <a:rPr lang="en-US" sz="2000" dirty="0" err="1"/>
              <a:t>interi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Ogni </a:t>
            </a:r>
            <a:r>
              <a:rPr lang="en-US" sz="2000" dirty="0" err="1"/>
              <a:t>moltiplicazione</a:t>
            </a:r>
            <a:r>
              <a:rPr lang="en-US" sz="2000" dirty="0"/>
              <a:t> con </a:t>
            </a:r>
            <a:r>
              <a:rPr lang="en-US" sz="2000" dirty="0" err="1"/>
              <a:t>precisione</a:t>
            </a:r>
            <a:r>
              <a:rPr lang="en-US" sz="2000" dirty="0"/>
              <a:t> a 32 bit </a:t>
            </a:r>
            <a:r>
              <a:rPr lang="en-US" sz="2000" dirty="0" err="1"/>
              <a:t>prevede</a:t>
            </a:r>
            <a:r>
              <a:rPr lang="en-US" sz="2000" dirty="0"/>
              <a:t> </a:t>
            </a:r>
            <a:r>
              <a:rPr lang="en-US" sz="2000" dirty="0" err="1"/>
              <a:t>l’aggiunta</a:t>
            </a:r>
            <a:r>
              <a:rPr lang="en-US" sz="2000" dirty="0"/>
              <a:t> di 8854 </a:t>
            </a:r>
            <a:r>
              <a:rPr lang="en-US" sz="2000" dirty="0" err="1"/>
              <a:t>vincoli</a:t>
            </a:r>
            <a:r>
              <a:rPr lang="en-US" sz="2000" dirty="0"/>
              <a:t> </a:t>
            </a:r>
            <a:r>
              <a:rPr lang="en-US" sz="2000" dirty="0" err="1"/>
              <a:t>supplementari</a:t>
            </a:r>
            <a:r>
              <a:rPr lang="en-US" sz="2000" dirty="0"/>
              <a:t> </a:t>
            </a:r>
            <a:r>
              <a:rPr lang="en-US" sz="2000" dirty="0" err="1"/>
              <a:t>all’esecuzione</a:t>
            </a:r>
            <a:r>
              <a:rPr lang="en-US" sz="2000" dirty="0"/>
              <a:t> </a:t>
            </a:r>
            <a:r>
              <a:rPr lang="en-US" sz="2000" dirty="0" err="1"/>
              <a:t>nativa</a:t>
            </a:r>
            <a:r>
              <a:rPr lang="en-US" sz="2000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A99382-D546-BFEE-733F-40151D792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015105"/>
              </p:ext>
            </p:extLst>
          </p:nvPr>
        </p:nvGraphicFramePr>
        <p:xfrm>
          <a:off x="2680240" y="3252584"/>
          <a:ext cx="6831520" cy="2575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322">
                  <a:extLst>
                    <a:ext uri="{9D8B030D-6E8A-4147-A177-3AD203B41FA5}">
                      <a16:colId xmlns:a16="http://schemas.microsoft.com/office/drawing/2014/main" val="1074051175"/>
                    </a:ext>
                  </a:extLst>
                </a:gridCol>
                <a:gridCol w="3175784">
                  <a:extLst>
                    <a:ext uri="{9D8B030D-6E8A-4147-A177-3AD203B41FA5}">
                      <a16:colId xmlns:a16="http://schemas.microsoft.com/office/drawing/2014/main" val="2320056734"/>
                    </a:ext>
                  </a:extLst>
                </a:gridCol>
                <a:gridCol w="1695414">
                  <a:extLst>
                    <a:ext uri="{9D8B030D-6E8A-4147-A177-3AD203B41FA5}">
                      <a16:colId xmlns:a16="http://schemas.microsoft.com/office/drawing/2014/main" val="885316199"/>
                    </a:ext>
                  </a:extLst>
                </a:gridCol>
              </a:tblGrid>
              <a:tr h="345227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78461" marR="78461" marT="39230" marB="39230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Zero Knowledge Proof</a:t>
                      </a:r>
                      <a:endParaRPr lang="en-US" sz="2000"/>
                    </a:p>
                  </a:txBody>
                  <a:tcPr marL="78461" marR="78461" marT="39230" marB="39230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TEE</a:t>
                      </a:r>
                      <a:endParaRPr lang="en-US" sz="2000"/>
                    </a:p>
                  </a:txBody>
                  <a:tcPr marL="78461" marR="78461" marT="39230" marB="39230"/>
                </a:tc>
                <a:extLst>
                  <a:ext uri="{0D108BD9-81ED-4DB2-BD59-A6C34878D82A}">
                    <a16:rowId xmlns:a16="http://schemas.microsoft.com/office/drawing/2014/main" val="2815678484"/>
                  </a:ext>
                </a:extLst>
              </a:tr>
              <a:tr h="815991"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Gestione dei floating point</a:t>
                      </a:r>
                      <a:endParaRPr lang="en-US" sz="2000"/>
                    </a:p>
                  </a:txBody>
                  <a:tcPr marL="78461" marR="78461" marT="39230" marB="392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Richiede circa 9K vincoli per moltiplicazione</a:t>
                      </a:r>
                      <a:endParaRPr lang="en-US" sz="2000"/>
                    </a:p>
                  </a:txBody>
                  <a:tcPr marL="78461" marR="78461" marT="39230" marB="392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Nativa</a:t>
                      </a:r>
                      <a:endParaRPr lang="en-US" sz="2000"/>
                    </a:p>
                  </a:txBody>
                  <a:tcPr marL="78461" marR="78461" marT="39230" marB="39230"/>
                </a:tc>
                <a:extLst>
                  <a:ext uri="{0D108BD9-81ED-4DB2-BD59-A6C34878D82A}">
                    <a16:rowId xmlns:a16="http://schemas.microsoft.com/office/drawing/2014/main" val="2498599085"/>
                  </a:ext>
                </a:extLst>
              </a:tr>
              <a:tr h="345227"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Workload </a:t>
                      </a:r>
                      <a:endParaRPr lang="en-US" sz="2000"/>
                    </a:p>
                  </a:txBody>
                  <a:tcPr marL="78461" marR="78461" marT="39230" marB="392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4,07 * 10</a:t>
                      </a:r>
                      <a:r>
                        <a:rPr lang="it-IT" sz="2000" baseline="30000"/>
                        <a:t>15</a:t>
                      </a:r>
                      <a:endParaRPr lang="en-US" sz="2000" baseline="30000"/>
                    </a:p>
                  </a:txBody>
                  <a:tcPr marL="78461" marR="78461" marT="39230" marB="392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4,61 * 10</a:t>
                      </a:r>
                      <a:r>
                        <a:rPr lang="it-IT" sz="2000" baseline="30000"/>
                        <a:t>11</a:t>
                      </a:r>
                      <a:endParaRPr lang="en-US" sz="2000" baseline="30000"/>
                    </a:p>
                  </a:txBody>
                  <a:tcPr marL="78461" marR="78461" marT="39230" marB="39230"/>
                </a:tc>
                <a:extLst>
                  <a:ext uri="{0D108BD9-81ED-4DB2-BD59-A6C34878D82A}">
                    <a16:rowId xmlns:a16="http://schemas.microsoft.com/office/drawing/2014/main" val="3346471131"/>
                  </a:ext>
                </a:extLst>
              </a:tr>
              <a:tr h="815991"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Tempo di generazione della prova</a:t>
                      </a:r>
                      <a:endParaRPr lang="en-US" sz="2000"/>
                    </a:p>
                  </a:txBody>
                  <a:tcPr marL="78461" marR="78461" marT="39230" marB="39230"/>
                </a:tc>
                <a:tc>
                  <a:txBody>
                    <a:bodyPr/>
                    <a:lstStyle/>
                    <a:p>
                      <a:pPr algn="ctr"/>
                      <a:endParaRPr lang="it-IT" sz="2000" dirty="0"/>
                    </a:p>
                    <a:p>
                      <a:pPr algn="ctr"/>
                      <a:r>
                        <a:rPr lang="it-IT" sz="2000" dirty="0"/>
                        <a:t>giorni</a:t>
                      </a:r>
                      <a:endParaRPr lang="en-US" sz="2000" dirty="0"/>
                    </a:p>
                  </a:txBody>
                  <a:tcPr marL="78461" marR="78461" marT="39230" marB="39230"/>
                </a:tc>
                <a:tc>
                  <a:txBody>
                    <a:bodyPr/>
                    <a:lstStyle/>
                    <a:p>
                      <a:pPr algn="ctr"/>
                      <a:endParaRPr lang="it-IT" sz="2000" dirty="0"/>
                    </a:p>
                    <a:p>
                      <a:pPr algn="ctr"/>
                      <a:r>
                        <a:rPr lang="it-IT" sz="2000" dirty="0"/>
                        <a:t>Immediato</a:t>
                      </a:r>
                      <a:endParaRPr lang="en-US" sz="2000" dirty="0"/>
                    </a:p>
                  </a:txBody>
                  <a:tcPr marL="78461" marR="78461" marT="39230" marB="39230"/>
                </a:tc>
                <a:extLst>
                  <a:ext uri="{0D108BD9-81ED-4DB2-BD59-A6C34878D82A}">
                    <a16:rowId xmlns:a16="http://schemas.microsoft.com/office/drawing/2014/main" val="88273539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C6B84D-0534-84FD-17A5-7C30E3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18488-FB78-81B3-8168-AB9C7F3B7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712" y="5900578"/>
            <a:ext cx="1663645" cy="11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12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9E668E-DB59-BFE8-9529-14BC524245A7}"/>
              </a:ext>
            </a:extLst>
          </p:cNvPr>
          <p:cNvSpPr txBox="1"/>
          <p:nvPr/>
        </p:nvSpPr>
        <p:spPr>
          <a:xfrm>
            <a:off x="419100" y="457200"/>
            <a:ext cx="96012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dirty="0"/>
              <a:t>Remote quote</a:t>
            </a:r>
          </a:p>
          <a:p>
            <a:endParaRPr lang="it-IT" dirty="0"/>
          </a:p>
          <a:p>
            <a:r>
              <a:rPr lang="it-IT" dirty="0"/>
              <a:t>La prova generata dal TEE (Intel SGX) contiene le seguenti informazioni:</a:t>
            </a:r>
            <a:br>
              <a:rPr lang="it-IT" dirty="0"/>
            </a:b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MRENCLAVE: </a:t>
            </a:r>
            <a:r>
              <a:rPr lang="it-IT" dirty="0" err="1"/>
              <a:t>hash</a:t>
            </a:r>
            <a:r>
              <a:rPr lang="it-IT" dirty="0"/>
              <a:t> SHA-256 del codice eseguito: identifica univocamente l'algoritmo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MRSIGNER: certifica l’identità di chi ha firmato l’enclave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Report Data: Campo libero di 64 bytes. Popolato con </a:t>
            </a:r>
            <a:r>
              <a:rPr lang="it-IT" dirty="0" err="1"/>
              <a:t>l’hash</a:t>
            </a:r>
            <a:r>
              <a:rPr lang="it-IT" dirty="0"/>
              <a:t> SHA-256 del CID dei valori di input concatenato con la data di esecuzione e </a:t>
            </a:r>
            <a:r>
              <a:rPr lang="it-IT" dirty="0" err="1"/>
              <a:t>l’hash</a:t>
            </a:r>
            <a:r>
              <a:rPr lang="it-IT" dirty="0"/>
              <a:t> del file contenente i valori di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algn="ctr"/>
            <a:r>
              <a:rPr lang="pt-BR" dirty="0"/>
              <a:t>H1 = SHA-256(CID_input ∥ timestamp)</a:t>
            </a:r>
            <a:br>
              <a:rPr lang="pt-BR" dirty="0"/>
            </a:br>
            <a:r>
              <a:rPr lang="pt-BR" dirty="0"/>
              <a:t>H2 = SHA-256(output)</a:t>
            </a:r>
            <a:br>
              <a:rPr lang="pt-BR" dirty="0"/>
            </a:br>
            <a:r>
              <a:rPr lang="pt-BR" dirty="0"/>
              <a:t>Report Data = H1 ∥ H2 [64 bytes = 32 + 32]</a:t>
            </a:r>
          </a:p>
          <a:p>
            <a:endParaRPr lang="it-IT" dirty="0"/>
          </a:p>
          <a:p>
            <a:r>
              <a:rPr lang="it-IT" dirty="0"/>
              <a:t>La validità delle informazioni può essere provata ricalcolando i valori separatamente e confrontandoli con il Report Data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E04FEC-C17A-7155-2244-5E8322CE3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14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CE9527-D060-BB60-067D-022B8FB5AF43}"/>
              </a:ext>
            </a:extLst>
          </p:cNvPr>
          <p:cNvSpPr txBox="1"/>
          <p:nvPr/>
        </p:nvSpPr>
        <p:spPr>
          <a:xfrm>
            <a:off x="368300" y="419100"/>
            <a:ext cx="8737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/>
              <a:t>Oracolo </a:t>
            </a:r>
          </a:p>
          <a:p>
            <a:endParaRPr lang="it-IT" sz="4000" dirty="0"/>
          </a:p>
          <a:p>
            <a:r>
              <a:rPr lang="it-IT" sz="2000" dirty="0"/>
              <a:t>La Blockchain è un sistema chiuso che non può accedere a dati esterni.</a:t>
            </a:r>
          </a:p>
          <a:p>
            <a:r>
              <a:rPr lang="it-IT" sz="2000" dirty="0"/>
              <a:t>L’oracolo funge da ponte tra il </a:t>
            </a:r>
            <a:r>
              <a:rPr lang="it-IT" sz="2000" dirty="0" err="1"/>
              <a:t>layer</a:t>
            </a:r>
            <a:r>
              <a:rPr lang="it-IT" sz="2000" dirty="0"/>
              <a:t> off-chain e lo smart </a:t>
            </a:r>
            <a:r>
              <a:rPr lang="it-IT" sz="2000" dirty="0" err="1"/>
              <a:t>contract</a:t>
            </a:r>
            <a:endParaRPr lang="it-IT" sz="2000" dirty="0"/>
          </a:p>
          <a:p>
            <a:endParaRPr lang="it-IT" sz="2000" dirty="0"/>
          </a:p>
          <a:p>
            <a:r>
              <a:rPr lang="it-IT" sz="2000" dirty="0"/>
              <a:t>Script Python che recupera 3 parametri ed invia la transazione firmata</a:t>
            </a:r>
          </a:p>
          <a:p>
            <a:endParaRPr lang="it-IT" sz="2000" dirty="0"/>
          </a:p>
          <a:p>
            <a:pPr marL="457200" indent="-457200">
              <a:buFont typeface="+mj-lt"/>
              <a:buAutoNum type="arabicPeriod"/>
            </a:pPr>
            <a:r>
              <a:rPr lang="it-IT" sz="2000" dirty="0"/>
              <a:t>CID dell’input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000" dirty="0"/>
              <a:t>CID della remote quote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000" dirty="0"/>
              <a:t>CID dell’output dell’algoritmo</a:t>
            </a:r>
          </a:p>
          <a:p>
            <a:pPr marL="457200" indent="-457200">
              <a:buFont typeface="+mj-lt"/>
              <a:buAutoNum type="arabicPeriod"/>
            </a:pPr>
            <a:endParaRPr lang="it-IT" sz="2000" dirty="0"/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C2480-8DA2-14CC-201F-CCCE15FE6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700" y="1886605"/>
            <a:ext cx="2933700" cy="29337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08D5F0-5415-6749-F046-3630B184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4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D9E8CE-35D9-E86B-86F1-523BA145F6C8}"/>
              </a:ext>
            </a:extLst>
          </p:cNvPr>
          <p:cNvSpPr txBox="1"/>
          <p:nvPr/>
        </p:nvSpPr>
        <p:spPr>
          <a:xfrm>
            <a:off x="431800" y="368300"/>
            <a:ext cx="94996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dirty="0"/>
              <a:t>Smart </a:t>
            </a:r>
            <a:r>
              <a:rPr lang="it-IT" sz="4400" dirty="0" err="1"/>
              <a:t>Contract</a:t>
            </a:r>
            <a:r>
              <a:rPr lang="it-IT" sz="4400" dirty="0"/>
              <a:t> – Verifica On-Chain</a:t>
            </a:r>
          </a:p>
          <a:p>
            <a:endParaRPr lang="it-IT" dirty="0"/>
          </a:p>
          <a:p>
            <a:r>
              <a:rPr lang="it-IT" sz="2000" dirty="0"/>
              <a:t>Il contratto </a:t>
            </a:r>
            <a:r>
              <a:rPr lang="it-IT" sz="2000" dirty="0" err="1"/>
              <a:t>Solidity</a:t>
            </a:r>
            <a:r>
              <a:rPr lang="it-IT" sz="2000" dirty="0"/>
              <a:t> riceve valori dall’oracolo e aggiorna in modo immutabile lo stato dell’infrastruttura sulla blockchain </a:t>
            </a:r>
          </a:p>
          <a:p>
            <a:endParaRPr lang="it-IT" sz="2000" dirty="0"/>
          </a:p>
          <a:p>
            <a:r>
              <a:rPr lang="it-IT" sz="2000" dirty="0"/>
              <a:t>Variabili utilizzate: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/>
              <a:t>Input_data</a:t>
            </a:r>
            <a:r>
              <a:rPr lang="it-IT" sz="2000" b="1" dirty="0"/>
              <a:t>: </a:t>
            </a:r>
            <a:r>
              <a:rPr lang="it-IT" sz="2000" dirty="0"/>
              <a:t>CID IPFS dei dati grezzi dei sensori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/>
              <a:t>Output_CID</a:t>
            </a:r>
            <a:r>
              <a:rPr lang="it-IT" sz="2000" b="1" dirty="0"/>
              <a:t>: </a:t>
            </a:r>
            <a:r>
              <a:rPr lang="it-IT" sz="2000" dirty="0"/>
              <a:t>CID dell’output dell’algoritmo SHM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/>
              <a:t>Proof_CID</a:t>
            </a:r>
            <a:r>
              <a:rPr lang="it-IT" sz="2000" b="1" dirty="0"/>
              <a:t>: </a:t>
            </a:r>
            <a:r>
              <a:rPr lang="it-IT" sz="2000" dirty="0"/>
              <a:t>CID della Remote Quote generata dal TEE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Status: </a:t>
            </a:r>
            <a:r>
              <a:rPr lang="it-IT" sz="2000" dirty="0"/>
              <a:t>stato di salute dell’infrastruttura in base alla soglia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r>
              <a:rPr lang="it-IT" sz="2000" dirty="0"/>
              <a:t>Logica della soglia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0 </a:t>
            </a:r>
            <a:r>
              <a:rPr lang="en-US" sz="2000" b="1" dirty="0" err="1"/>
              <a:t>valori</a:t>
            </a:r>
            <a:r>
              <a:rPr lang="en-US" sz="2000" b="1" dirty="0"/>
              <a:t>: </a:t>
            </a:r>
            <a:r>
              <a:rPr lang="en-US" sz="2000" dirty="0"/>
              <a:t>false, </a:t>
            </a:r>
            <a:r>
              <a:rPr lang="en-US" sz="2000" dirty="0" err="1"/>
              <a:t>nessun</a:t>
            </a:r>
            <a:r>
              <a:rPr lang="en-US" sz="2000" dirty="0"/>
              <a:t> </a:t>
            </a:r>
            <a:r>
              <a:rPr lang="en-US" sz="2000" dirty="0" err="1"/>
              <a:t>danno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1-3 </a:t>
            </a:r>
            <a:r>
              <a:rPr lang="en-US" sz="2000" b="1" dirty="0" err="1"/>
              <a:t>valori</a:t>
            </a:r>
            <a:r>
              <a:rPr lang="en-US" sz="2000" b="1" dirty="0"/>
              <a:t>: </a:t>
            </a:r>
            <a:r>
              <a:rPr lang="en-US" sz="2000" dirty="0"/>
              <a:t>check, </a:t>
            </a:r>
            <a:r>
              <a:rPr lang="en-US" sz="2000" dirty="0" err="1"/>
              <a:t>ispezione</a:t>
            </a:r>
            <a:r>
              <a:rPr lang="en-US" sz="2000" dirty="0"/>
              <a:t> </a:t>
            </a:r>
            <a:r>
              <a:rPr lang="en-US" sz="2000" dirty="0" err="1"/>
              <a:t>consigliata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&gt;3 </a:t>
            </a:r>
            <a:r>
              <a:rPr lang="en-US" sz="2000" b="1" dirty="0" err="1"/>
              <a:t>valori</a:t>
            </a:r>
            <a:r>
              <a:rPr lang="en-US" sz="2000" b="1" dirty="0"/>
              <a:t>: </a:t>
            </a:r>
            <a:r>
              <a:rPr lang="en-US" sz="2000" dirty="0"/>
              <a:t>alert, </a:t>
            </a:r>
            <a:r>
              <a:rPr lang="en-US" sz="2000" dirty="0" err="1"/>
              <a:t>danno</a:t>
            </a:r>
            <a:r>
              <a:rPr lang="en-US" sz="2000" dirty="0"/>
              <a:t> </a:t>
            </a:r>
            <a:r>
              <a:rPr lang="en-US" sz="2000" dirty="0" err="1"/>
              <a:t>potenziale</a:t>
            </a:r>
            <a:r>
              <a:rPr lang="en-US" sz="2000" dirty="0"/>
              <a:t> </a:t>
            </a:r>
            <a:r>
              <a:rPr lang="en-US" sz="2000" dirty="0" err="1"/>
              <a:t>rilevato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E3A02A-493A-67DA-6400-8C336629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0" y="1981200"/>
            <a:ext cx="2895600" cy="2895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2A6E90-1C33-C85C-3338-F64F5291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43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E35D6C-2771-3CED-C926-800487F423EB}"/>
              </a:ext>
            </a:extLst>
          </p:cNvPr>
          <p:cNvSpPr txBox="1"/>
          <p:nvPr/>
        </p:nvSpPr>
        <p:spPr>
          <a:xfrm>
            <a:off x="241300" y="330200"/>
            <a:ext cx="94107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/>
              <a:t>Analisi dei risultati – Verifica indipendente</a:t>
            </a:r>
          </a:p>
          <a:p>
            <a:endParaRPr lang="it-IT" sz="4000" dirty="0"/>
          </a:p>
          <a:p>
            <a:pPr lvl="1"/>
            <a:r>
              <a:rPr lang="it-IT" sz="2000" dirty="0"/>
              <a:t>Simulazione audit da parte di un verificatore esterno:</a:t>
            </a:r>
          </a:p>
          <a:p>
            <a:pPr lvl="1"/>
            <a:endParaRPr lang="it-IT" sz="2000" dirty="0"/>
          </a:p>
          <a:p>
            <a:pPr marL="914400" lvl="1" indent="-457200">
              <a:buFont typeface="+mj-lt"/>
              <a:buAutoNum type="arabicPeriod"/>
            </a:pPr>
            <a:r>
              <a:rPr lang="it-IT" sz="2000" dirty="0"/>
              <a:t>Legge i 3 CID dallo smart </a:t>
            </a:r>
            <a:r>
              <a:rPr lang="it-IT" sz="2000" dirty="0" err="1"/>
              <a:t>contract</a:t>
            </a:r>
            <a:endParaRPr lang="it-IT" sz="2000" dirty="0"/>
          </a:p>
          <a:p>
            <a:pPr marL="914400" lvl="1" indent="-457200">
              <a:buFont typeface="+mj-lt"/>
              <a:buAutoNum type="arabicPeriod"/>
            </a:pPr>
            <a:r>
              <a:rPr lang="it-IT" sz="2000" dirty="0"/>
              <a:t>Scarica i file da IPFS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2000" dirty="0"/>
              <a:t>Ricalcola gli </a:t>
            </a:r>
            <a:r>
              <a:rPr lang="it-IT" sz="2000" dirty="0" err="1"/>
              <a:t>hash</a:t>
            </a:r>
            <a:r>
              <a:rPr lang="it-IT" sz="2000" dirty="0"/>
              <a:t> e li confronta con quelli del Report Data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2000" dirty="0"/>
              <a:t>Verifica la firma della remote quote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2000" dirty="0"/>
              <a:t>Controlla che i MRENCLAVE coincidano con il valore verificato</a:t>
            </a:r>
          </a:p>
          <a:p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D67727-B49D-AA06-7686-EB72172AB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38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E02E0B-52F2-B9E9-0805-4C0E1998A2E9}"/>
              </a:ext>
            </a:extLst>
          </p:cNvPr>
          <p:cNvSpPr txBox="1"/>
          <p:nvPr/>
        </p:nvSpPr>
        <p:spPr>
          <a:xfrm>
            <a:off x="698500" y="292100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/>
              <a:t>Analisi dei costi</a:t>
            </a:r>
            <a:endParaRPr lang="en-US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6818EE-468A-22C0-B810-A3A0E98BC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466255"/>
              </p:ext>
            </p:extLst>
          </p:nvPr>
        </p:nvGraphicFramePr>
        <p:xfrm>
          <a:off x="1143000" y="1445630"/>
          <a:ext cx="9525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3424734227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30207577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994245665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1934179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Esecuzione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Nativo (no TEE)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Overhead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04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Tempo di esecuzione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7m 28s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10m 28s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67889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0D19BD-34BA-172E-8DDE-E6B63C281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75921"/>
              </p:ext>
            </p:extLst>
          </p:nvPr>
        </p:nvGraphicFramePr>
        <p:xfrm>
          <a:off x="1663700" y="3429000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583547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486236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0813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Operazione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Gas utilizzato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Costo ($)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437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Deployment del contratto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805.162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1,44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9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Transazione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96.650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0,17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943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Verifica Quote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4.000.000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7,17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86335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F51435F-21F4-9C16-5FC3-B9B70A9CE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930906"/>
              </p:ext>
            </p:extLst>
          </p:nvPr>
        </p:nvGraphicFramePr>
        <p:xfrm>
          <a:off x="1143000" y="2399454"/>
          <a:ext cx="9525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3424734227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30207577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994245665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1934179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VM </a:t>
                      </a:r>
                      <a:r>
                        <a:rPr lang="it-IT" dirty="0" err="1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Regione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Location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Costo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04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DC8s 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Italy</a:t>
                      </a:r>
                      <a:r>
                        <a:rPr lang="it-IT" dirty="0"/>
                        <a:t> North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Milano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0,448$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6788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0885CA-9EE3-0B52-D492-D70E08AD5891}"/>
              </a:ext>
            </a:extLst>
          </p:cNvPr>
          <p:cNvSpPr txBox="1"/>
          <p:nvPr/>
        </p:nvSpPr>
        <p:spPr>
          <a:xfrm>
            <a:off x="1987549" y="5200226"/>
            <a:ext cx="7480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Ipotizzando un’esecuzione settimanale, i costi annuali saranno: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/>
              <a:t>Costo annuale = 0,448 * 52 + 1,44 + 0,17 * 52 = 33,57$</a:t>
            </a: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5F69E-5A56-0377-F160-BAF69723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75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17A942-A62E-05C2-07DF-9FFA268468C7}"/>
              </a:ext>
            </a:extLst>
          </p:cNvPr>
          <p:cNvSpPr txBox="1"/>
          <p:nvPr/>
        </p:nvSpPr>
        <p:spPr>
          <a:xfrm>
            <a:off x="266700" y="603250"/>
            <a:ext cx="116586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/>
              <a:t>Limiti della soluzione attuale 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Oracolo centralizzato: </a:t>
            </a:r>
            <a:r>
              <a:rPr lang="it-IT" sz="2000" dirty="0"/>
              <a:t>l’oracolo non offre garanzie crittografiche. Una manipolazione dei valori verrebbe rilevata solo a posteriori dall’auditor</a:t>
            </a:r>
          </a:p>
          <a:p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Auditor esterno necessario: </a:t>
            </a:r>
            <a:r>
              <a:rPr lang="it-IT" sz="2000" dirty="0"/>
              <a:t>il TEE non garantisce la semantica del programma: serve un'entità certificata che verifichi il codice e pubblichi l'MRENCLAVE atteso</a:t>
            </a:r>
          </a:p>
          <a:p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Verifica quote on-chain: </a:t>
            </a:r>
            <a:r>
              <a:rPr lang="it-IT" sz="2000" dirty="0"/>
              <a:t>ancora troppo costosa e poco ottimizzata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56D2E-2856-8E84-D2B3-5282B742D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00" y="342900"/>
            <a:ext cx="1003300" cy="1003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2B8998-AFF3-58AC-8727-A9B3A8B3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24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15874-E78D-46AC-80D0-524545CD9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FA6E88-6BBD-2F93-08A9-CA7D76182901}"/>
              </a:ext>
            </a:extLst>
          </p:cNvPr>
          <p:cNvSpPr txBox="1"/>
          <p:nvPr/>
        </p:nvSpPr>
        <p:spPr>
          <a:xfrm>
            <a:off x="266700" y="618331"/>
            <a:ext cx="116586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Sviluppi futuri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Oracolo decentralizzato: 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operazione approvata da una rete di oracoli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sz="2000" b="1" dirty="0">
                <a:solidFill>
                  <a:prstClr val="black"/>
                </a:solidFill>
                <a:latin typeface="Aptos" panose="02110004020202020204"/>
              </a:rPr>
              <a:t>Cifratura dati IPFS: </a:t>
            </a:r>
            <a:r>
              <a:rPr lang="it-IT" sz="2000" dirty="0">
                <a:solidFill>
                  <a:prstClr val="black"/>
                </a:solidFill>
                <a:latin typeface="Aptos" panose="02110004020202020204"/>
              </a:rPr>
              <a:t>i dati grezzi ora sono pubblici, con una crittografia asimmetrica è possibile mantenere la tracciabilità senza rivelare i valori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ZK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proof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della Remote </a:t>
            </a:r>
            <a:r>
              <a:rPr lang="it-IT" sz="2000" b="1" dirty="0">
                <a:solidFill>
                  <a:prstClr val="black"/>
                </a:solidFill>
                <a:latin typeface="Aptos" panose="02110004020202020204"/>
              </a:rPr>
              <a:t>Quote on-chain</a:t>
            </a: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A0F4C-E3AF-5450-8314-A5F4C47A9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0" y="447914"/>
            <a:ext cx="1179089" cy="123666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6B1C62-E7F3-9D36-51C7-A36EC609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DD7F-3408-49F0-BFDE-9770E782E48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4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65DA9-228A-BF60-EE0D-128487F1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C7172E17-8518-DE4B-6F9C-A6EB3FAF8C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 contras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849" r="39558"/>
          <a:stretch/>
        </p:blipFill>
        <p:spPr>
          <a:xfrm>
            <a:off x="119336" y="0"/>
            <a:ext cx="2736304" cy="6858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3A0A398-D456-ED21-BCB7-E526C693B2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348" y="5300771"/>
            <a:ext cx="2075304" cy="912608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406D065-1957-9AAF-6BB0-8EAE587E76CF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Grazie per l’attenzione</a:t>
            </a:r>
            <a:endParaRPr kumimoji="0" lang="en-US" sz="4000" b="1" i="0" u="none" strike="noStrike" kern="1200" cap="none" spc="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C8D13F2F-A07A-5D2C-38ED-E154BCD422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 contras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849" r="39558"/>
          <a:stretch/>
        </p:blipFill>
        <p:spPr>
          <a:xfrm flipH="1">
            <a:off x="9336360" y="0"/>
            <a:ext cx="2736304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8BDE67-2ECA-9160-03AF-9C6B2C39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FE9EF-29E8-4C02-98BE-4EB32BE08DD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554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1018</Words>
  <Application>Microsoft Office PowerPoint</Application>
  <PresentationFormat>Widescreen</PresentationFormat>
  <Paragraphs>226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Personalizza struttura</vt:lpstr>
      <vt:lpstr>1_Personalizza struttura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MARENGO Giorgio</dc:creator>
  <cp:lastModifiedBy>MARENGO Giorgio</cp:lastModifiedBy>
  <cp:revision>11</cp:revision>
  <dcterms:created xsi:type="dcterms:W3CDTF">2026-03-16T21:55:42Z</dcterms:created>
  <dcterms:modified xsi:type="dcterms:W3CDTF">2026-03-17T22:47:18Z</dcterms:modified>
</cp:coreProperties>
</file>